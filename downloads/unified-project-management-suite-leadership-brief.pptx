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d6895883f5b4589" /><Relationship Type="http://schemas.openxmlformats.org/officeDocument/2006/relationships/extended-properties" Target="/docProps/app.xml" Id="Rb86d8901a47b46a0" /><Relationship Type="http://schemas.openxmlformats.org/officeDocument/2006/relationships/officeDocument" Target="/ppt/presentation.xml" Id="R7fb644a610cb453b" /></Relationships>
</file>

<file path=ppt/presentation.xml><?xml version="1.0" encoding="utf-8"?>
<p:presentation xmlns:p="http://schemas.openxmlformats.org/presentationml/2006/main">
  <p:sldMasterIdLst>
    <p:sldMasterId xmlns:r="http://schemas.openxmlformats.org/officeDocument/2006/relationships" id="2147483648" r:id="R95a725c429814a75"/>
  </p:sldMasterIdLst>
  <p:notesMasterIdLst>
    <p:notesMasterId xmlns:r="http://schemas.openxmlformats.org/officeDocument/2006/relationships" r:id="R6339ece43c034724"/>
  </p:notesMasterIdLst>
  <p:sldIdLst>
    <p:sldId xmlns:r="http://schemas.openxmlformats.org/officeDocument/2006/relationships" id="256" r:id="R220a2d0fa3424fbc"/>
    <p:sldId xmlns:r="http://schemas.openxmlformats.org/officeDocument/2006/relationships" id="257" r:id="Ra5cf92390e4b40fb"/>
    <p:sldId xmlns:r="http://schemas.openxmlformats.org/officeDocument/2006/relationships" id="258" r:id="R4b806dc90960488c"/>
    <p:sldId xmlns:r="http://schemas.openxmlformats.org/officeDocument/2006/relationships" id="259" r:id="Racf7cb39de76482e"/>
    <p:sldId xmlns:r="http://schemas.openxmlformats.org/officeDocument/2006/relationships" id="260" r:id="R6c790b6311b1411a"/>
    <p:sldId xmlns:r="http://schemas.openxmlformats.org/officeDocument/2006/relationships" id="261" r:id="R0d0174c5a7c745f8"/>
    <p:sldId xmlns:r="http://schemas.openxmlformats.org/officeDocument/2006/relationships" id="262" r:id="R7daa4a219d404ca4"/>
    <p:sldId xmlns:r="http://schemas.openxmlformats.org/officeDocument/2006/relationships" id="263" r:id="Rd3ed0c953d6c498f"/>
    <p:sldId xmlns:r="http://schemas.openxmlformats.org/officeDocument/2006/relationships" id="264" r:id="Rb80de3f7ea364bf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d8191e8a0c448f8" /><Relationship Type="http://schemas.openxmlformats.org/officeDocument/2006/relationships/slideMaster" Target="/ppt/slideMasters/slideMaster1.xml" Id="R95a725c429814a75" /><Relationship Type="http://schemas.openxmlformats.org/officeDocument/2006/relationships/notesMaster" Target="/ppt/notesMasters/notesMaster1.xml" Id="R6339ece43c034724" /><Relationship Type="http://schemas.openxmlformats.org/officeDocument/2006/relationships/presProps" Target="/ppt/presProps.xml" Id="R53a1dce5396b4951" /><Relationship Type="http://schemas.openxmlformats.org/officeDocument/2006/relationships/tableStyles" Target="/ppt/tableStyles.xml" Id="R3cc9d8188b68440c" /><Relationship Type="http://schemas.openxmlformats.org/officeDocument/2006/relationships/slide" Target="/ppt/slides/slide1.xml" Id="R220a2d0fa3424fbc" /><Relationship Type="http://schemas.openxmlformats.org/officeDocument/2006/relationships/slide" Target="/ppt/slides/slide2.xml" Id="Ra5cf92390e4b40fb" /><Relationship Type="http://schemas.openxmlformats.org/officeDocument/2006/relationships/slide" Target="/ppt/slides/slide3.xml" Id="R4b806dc90960488c" /><Relationship Type="http://schemas.openxmlformats.org/officeDocument/2006/relationships/slide" Target="/ppt/slides/slide4.xml" Id="Racf7cb39de76482e" /><Relationship Type="http://schemas.openxmlformats.org/officeDocument/2006/relationships/slide" Target="/ppt/slides/slide5.xml" Id="R6c790b6311b1411a" /><Relationship Type="http://schemas.openxmlformats.org/officeDocument/2006/relationships/slide" Target="/ppt/slides/slide6.xml" Id="R0d0174c5a7c745f8" /><Relationship Type="http://schemas.openxmlformats.org/officeDocument/2006/relationships/slide" Target="/ppt/slides/slide7.xml" Id="R7daa4a219d404ca4" /><Relationship Type="http://schemas.openxmlformats.org/officeDocument/2006/relationships/slide" Target="/ppt/slides/slide8.xml" Id="Rd3ed0c953d6c498f" /><Relationship Type="http://schemas.openxmlformats.org/officeDocument/2006/relationships/slide" Target="/ppt/slides/slide9.xml" Id="Rb80de3f7ea364bf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b62defbf62246f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b2d05534f2749bd" /><Relationship Type="http://schemas.openxmlformats.org/officeDocument/2006/relationships/notesMaster" Target="/ppt/notesMasters/notesMaster1.xml" Id="Rb976dfb1dfcd4977" /></Relationships>
</file>

<file path=ppt/notesSlides/_rels/notesSlide2.xml.rels>&#65279;<?xml version="1.0" encoding="utf-8"?><Relationships xmlns="http://schemas.openxmlformats.org/package/2006/relationships"><Relationship Type="http://schemas.openxmlformats.org/officeDocument/2006/relationships/slide" Target="/ppt/slides/slide2.xml" Id="R8138ed7b07e84b39" /><Relationship Type="http://schemas.openxmlformats.org/officeDocument/2006/relationships/notesMaster" Target="/ppt/notesMasters/notesMaster1.xml" Id="R6b1f2cc061924d08" /></Relationships>
</file>

<file path=ppt/notesSlides/_rels/notesSlide3.xml.rels>&#65279;<?xml version="1.0" encoding="utf-8"?><Relationships xmlns="http://schemas.openxmlformats.org/package/2006/relationships"><Relationship Type="http://schemas.openxmlformats.org/officeDocument/2006/relationships/slide" Target="/ppt/slides/slide3.xml" Id="R6405fa9f9c0042c8" /><Relationship Type="http://schemas.openxmlformats.org/officeDocument/2006/relationships/notesMaster" Target="/ppt/notesMasters/notesMaster1.xml" Id="R56c72966c0c145c7" /></Relationships>
</file>

<file path=ppt/notesSlides/_rels/notesSlide4.xml.rels>&#65279;<?xml version="1.0" encoding="utf-8"?><Relationships xmlns="http://schemas.openxmlformats.org/package/2006/relationships"><Relationship Type="http://schemas.openxmlformats.org/officeDocument/2006/relationships/slide" Target="/ppt/slides/slide4.xml" Id="Ra7d960139eee4eec" /><Relationship Type="http://schemas.openxmlformats.org/officeDocument/2006/relationships/notesMaster" Target="/ppt/notesMasters/notesMaster1.xml" Id="Rb5a4c2c015cb4fbf" /></Relationships>
</file>

<file path=ppt/notesSlides/_rels/notesSlide5.xml.rels>&#65279;<?xml version="1.0" encoding="utf-8"?><Relationships xmlns="http://schemas.openxmlformats.org/package/2006/relationships"><Relationship Type="http://schemas.openxmlformats.org/officeDocument/2006/relationships/slide" Target="/ppt/slides/slide5.xml" Id="R928be18e5af747aa" /><Relationship Type="http://schemas.openxmlformats.org/officeDocument/2006/relationships/notesMaster" Target="/ppt/notesMasters/notesMaster1.xml" Id="Rdeb926b344eb44cd" /></Relationships>
</file>

<file path=ppt/notesSlides/_rels/notesSlide6.xml.rels>&#65279;<?xml version="1.0" encoding="utf-8"?><Relationships xmlns="http://schemas.openxmlformats.org/package/2006/relationships"><Relationship Type="http://schemas.openxmlformats.org/officeDocument/2006/relationships/slide" Target="/ppt/slides/slide6.xml" Id="Rb7048ec6ff4c4d8c" /><Relationship Type="http://schemas.openxmlformats.org/officeDocument/2006/relationships/notesMaster" Target="/ppt/notesMasters/notesMaster1.xml" Id="R3e9028edb5e24be6" /></Relationships>
</file>

<file path=ppt/notesSlides/_rels/notesSlide7.xml.rels>&#65279;<?xml version="1.0" encoding="utf-8"?><Relationships xmlns="http://schemas.openxmlformats.org/package/2006/relationships"><Relationship Type="http://schemas.openxmlformats.org/officeDocument/2006/relationships/slide" Target="/ppt/slides/slide7.xml" Id="R395acf49489e467d" /><Relationship Type="http://schemas.openxmlformats.org/officeDocument/2006/relationships/notesMaster" Target="/ppt/notesMasters/notesMaster1.xml" Id="Rfb6e25c872d64e67" /></Relationships>
</file>

<file path=ppt/notesSlides/_rels/notesSlide8.xml.rels>&#65279;<?xml version="1.0" encoding="utf-8"?><Relationships xmlns="http://schemas.openxmlformats.org/package/2006/relationships"><Relationship Type="http://schemas.openxmlformats.org/officeDocument/2006/relationships/slide" Target="/ppt/slides/slide8.xml" Id="Ra49f3d3168b242d8" /><Relationship Type="http://schemas.openxmlformats.org/officeDocument/2006/relationships/notesMaster" Target="/ppt/notesMasters/notesMaster1.xml" Id="R65a5cff0371e4e31" /></Relationships>
</file>

<file path=ppt/notesSlides/_rels/notesSlide9.xml.rels>&#65279;<?xml version="1.0" encoding="utf-8"?><Relationships xmlns="http://schemas.openxmlformats.org/package/2006/relationships"><Relationship Type="http://schemas.openxmlformats.org/officeDocument/2006/relationships/slide" Target="/ppt/slides/slide9.xml" Id="R7db69fafa81f4ce9" /><Relationship Type="http://schemas.openxmlformats.org/officeDocument/2006/relationships/notesMaster" Target="/ppt/notesMasters/notesMaster1.xml" Id="Rc6816374c8684c0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product concept for a Unified Project Management Suite: one place for delivery work, governed knowledge, decisions, risks, evidence, and leadership status. The purpose today is to test workflow value and requirements - not to represent completed production capability.</a:t>
            </a:r>
          </a:p>
          <a:p xmlns:a="http://schemas.openxmlformats.org/drawingml/2006/main">
            <a:r>
              <a:t/>
            </a:r>
          </a:p>
          <a:p xmlns:a="http://schemas.openxmlformats.org/drawingml/2006/main">
            <a:r>
              <a:t>[Sources]</a:t>
            </a:r>
          </a:p>
          <a:p xmlns:a="http://schemas.openxmlformats.org/drawingml/2006/main">
            <a:r>
              <a:t>- Internal: Unified Project Management Suite interactive prototype; all displayed people, projects, dates, metrics, and outcomes are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replacement argument is not simply fewer licenses. It is the removal of reconciliation. This home view connects portfolio health, current intervention, accountable work, the sprint, recent governed activity, and leadership facts. Every signal can be opened and traced.</a:t>
            </a:r>
          </a:p>
          <a:p xmlns:a="http://schemas.openxmlformats.org/drawingml/2006/main">
            <a:r>
              <a:t/>
            </a:r>
          </a:p>
          <a:p xmlns:a="http://schemas.openxmlformats.org/drawingml/2006/main">
            <a:r>
              <a:t>[Sources]</a:t>
            </a:r>
          </a:p>
          <a:p xmlns:a="http://schemas.openxmlformats.org/drawingml/2006/main">
            <a:r>
              <a:t>- Internal: Unified Project Management Suite interactive prototype; all displayed people, projects, dates, metrics, and outcomes are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Jira-replacement surface. Teams can plan the sprint, move cards, edit status and ownership, add comments, complete checklists, and inspect a full activity trail. The important difference is that dependencies, linked risk, knowledge pages, and evidence are not separate references that must be reconciled later.</a:t>
            </a:r>
          </a:p>
          <a:p xmlns:a="http://schemas.openxmlformats.org/drawingml/2006/main">
            <a:r>
              <a:t/>
            </a:r>
          </a:p>
          <a:p xmlns:a="http://schemas.openxmlformats.org/drawingml/2006/main">
            <a:r>
              <a:t>[Sources]</a:t>
            </a:r>
          </a:p>
          <a:p xmlns:a="http://schemas.openxmlformats.org/drawingml/2006/main">
            <a:r>
              <a:t>- Internal: Unified Project Management Suite interactive prototype; all displayed people, projects, dates, metrics, and outcomes are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Confluence-replacement surface. The page tree supports structured spaces, the page contains the actual problem, options, and recommendation, and the right side shows connected work, decision, risk, evidence, and version history. Edits publish a new in-memory version and enter the same audit record.</a:t>
            </a:r>
          </a:p>
          <a:p xmlns:a="http://schemas.openxmlformats.org/drawingml/2006/main">
            <a:r>
              <a:t/>
            </a:r>
          </a:p>
          <a:p xmlns:a="http://schemas.openxmlformats.org/drawingml/2006/main">
            <a:r>
              <a:t>[Sources]</a:t>
            </a:r>
          </a:p>
          <a:p xmlns:a="http://schemas.openxmlformats.org/drawingml/2006/main">
            <a:r>
              <a:t>- Internal: Unified Project Management Suite interactive prototype; all displayed people, projects, dates, metrics, and outcomes are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central demonstration. Before approval, six items are blocked, the review forecast is 23 September, and the risk score is 16 out of 25. Approving Option B completes the decision task, moves six dependencies to Ready, restores 18 September, reduces risk to 6, publishes the decision page version, notifies owners, records audit events, and refreshes leadership status.</a:t>
            </a:r>
          </a:p>
          <a:p xmlns:a="http://schemas.openxmlformats.org/drawingml/2006/main">
            <a:r>
              <a:t/>
            </a:r>
          </a:p>
          <a:p xmlns:a="http://schemas.openxmlformats.org/drawingml/2006/main">
            <a:r>
              <a:t>[Sources]</a:t>
            </a:r>
          </a:p>
          <a:p xmlns:a="http://schemas.openxmlformats.org/drawingml/2006/main">
            <a:r>
              <a:t>- Internal: Unified Project Management Suite interactive prototype; all displayed people, projects, dates, metrics, and outcomes are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Leadership no longer depends on a manually assembled slide. The same source record produces the briefing and keeps every claim traceable. This prototype demonstrates workflow value and product breadth. It does not yet demonstrate production identity, permissions, data durability, scale, integration, security, or migration fidelity.</a:t>
            </a:r>
          </a:p>
          <a:p xmlns:a="http://schemas.openxmlformats.org/drawingml/2006/main">
            <a:r>
              <a:t/>
            </a:r>
          </a:p>
          <a:p xmlns:a="http://schemas.openxmlformats.org/drawingml/2006/main">
            <a:r>
              <a:t>[Sources]</a:t>
            </a:r>
          </a:p>
          <a:p xmlns:a="http://schemas.openxmlformats.org/drawingml/2006/main">
            <a:r>
              <a:t>- Internal: Unified Project Management Suite interactive prototype; all displayed people, projects, dates, metrics, and outcomes are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would close by asking these three questions and recording the answers as requirements. We need to learn where the workflow has the highest value, which current workflow would make the strongest next demonstration, and what concern must be resolved before a pilot is even considered.</a:t>
            </a:r>
          </a:p>
          <a:p xmlns:a="http://schemas.openxmlformats.org/drawingml/2006/main">
            <a:r>
              <a:t/>
            </a:r>
          </a:p>
          <a:p xmlns:a="http://schemas.openxmlformats.org/drawingml/2006/main">
            <a:r>
              <a:t>[Sources]</a:t>
            </a:r>
          </a:p>
          <a:p xmlns:a="http://schemas.openxmlformats.org/drawingml/2006/main">
            <a:r>
              <a:t>- Internal: Unified Project Management Suite interactive prototype; all displayed people, projects, dates, metrics, and outcomes are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Q&amp;A: a production suite needs more than the visible workflows. It needs an accessible web experience, enterprise identity and authorization, explicit domain services, durable data and audit storage, search and asynchronous automation, and supported integrations. The concept implements none of those production services.</a:t>
            </a:r>
          </a:p>
          <a:p xmlns:a="http://schemas.openxmlformats.org/drawingml/2006/main">
            <a:r>
              <a:t/>
            </a:r>
          </a:p>
          <a:p xmlns:a="http://schemas.openxmlformats.org/drawingml/2006/main">
            <a:r>
              <a:t>[Sources]</a:t>
            </a:r>
          </a:p>
          <a:p xmlns:a="http://schemas.openxmlformats.org/drawingml/2006/main">
            <a:r>
              <a:t>- Internal: Unified Project Management Suite interactive prototype; all displayed people, projects, dates, metrics, and outcomes are synthetic.</a:t>
            </a:r>
          </a:p>
          <a:p xmlns:a="http://schemas.openxmlformats.org/drawingml/2006/main">
            <a:r>
              <a:t>- Architecture is illustrative and intentionally technology-agnostic; it is not an approved target-state design.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Q&amp;A: migration should be staged and reversible. Inventory the source estate, define mappings, run synthetic and representative dry runs, reconcile every exception, pilot with a bounded team, and cut over only after validation gates pass. Avoid bidirectional synchronization; keep Atlassian authoritative until each team's approved cutover.</a:t>
            </a:r>
          </a:p>
          <a:p xmlns:a="http://schemas.openxmlformats.org/drawingml/2006/main">
            <a:r>
              <a:t/>
            </a:r>
          </a:p>
          <a:p xmlns:a="http://schemas.openxmlformats.org/drawingml/2006/main">
            <a:r>
              <a:t>[Sources]</a:t>
            </a:r>
          </a:p>
          <a:p xmlns:a="http://schemas.openxmlformats.org/drawingml/2006/main">
            <a:r>
              <a:t>- Internal: Unified Project Management Suite interactive prototype; all displayed people, projects, dates, metrics, and outcomes are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97fd5a0c3aa4bd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5a23dd327ec430b" /><Relationship Type="http://schemas.openxmlformats.org/officeDocument/2006/relationships/slideLayout" Target="/ppt/slideLayouts/slideLayout1.xml" Id="Rf70a32c2eef945f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70a32c2eef945f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913e8dd9a914fa8" /><Relationship Type="http://schemas.openxmlformats.org/officeDocument/2006/relationships/notesSlide" Target="/ppt/notesSlides/notesSlide1.xml" Id="R6bd1e3e76c4d4bb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11424ea71ac4ae1" /><Relationship Type="http://schemas.openxmlformats.org/officeDocument/2006/relationships/image" Target="/ppt/media/image.png" Id="Ra40da828f1c0434b" /><Relationship Type="http://schemas.openxmlformats.org/officeDocument/2006/relationships/notesSlide" Target="/ppt/notesSlides/notesSlide2.xml" Id="Re3d33427ab00408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853ce68fd0d4754" /><Relationship Type="http://schemas.openxmlformats.org/officeDocument/2006/relationships/image" Target="/ppt/media/image2.png" Id="R6c2024f37e384207" /><Relationship Type="http://schemas.openxmlformats.org/officeDocument/2006/relationships/image" Target="/ppt/media/image3.png" Id="R786e24c50d3e499a" /><Relationship Type="http://schemas.openxmlformats.org/officeDocument/2006/relationships/notesSlide" Target="/ppt/notesSlides/notesSlide3.xml" Id="R096ad0fad4784ef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d71a36c83554f9f" /><Relationship Type="http://schemas.openxmlformats.org/officeDocument/2006/relationships/image" Target="/ppt/media/image4.png" Id="Rbc4877ee7c704b05" /><Relationship Type="http://schemas.openxmlformats.org/officeDocument/2006/relationships/notesSlide" Target="/ppt/notesSlides/notesSlide4.xml" Id="R5a7f1688cbe84e6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b6120ebd6454afd" /><Relationship Type="http://schemas.openxmlformats.org/officeDocument/2006/relationships/image" Target="/ppt/media/image5.png" Id="R48b6b644a0184183" /><Relationship Type="http://schemas.openxmlformats.org/officeDocument/2006/relationships/image" Target="/ppt/media/image6.png" Id="R691fcbd70b784596" /><Relationship Type="http://schemas.openxmlformats.org/officeDocument/2006/relationships/notesSlide" Target="/ppt/notesSlides/notesSlide5.xml" Id="Rbc940461caff417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2567f428d3c4739" /><Relationship Type="http://schemas.openxmlformats.org/officeDocument/2006/relationships/image" Target="/ppt/media/image7.png" Id="Rd0e3970f58274470" /><Relationship Type="http://schemas.openxmlformats.org/officeDocument/2006/relationships/notesSlide" Target="/ppt/notesSlides/notesSlide6.xml" Id="R43cd7a7d37194b4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add377c38fb4698" /><Relationship Type="http://schemas.openxmlformats.org/officeDocument/2006/relationships/notesSlide" Target="/ppt/notesSlides/notesSlide7.xml" Id="R77bc000709d04d3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2919ebcae8642b7" /><Relationship Type="http://schemas.openxmlformats.org/officeDocument/2006/relationships/notesSlide" Target="/ppt/notesSlides/notesSlide8.xml" Id="R45f168b9da29473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e26809bec394bf2" /><Relationship Type="http://schemas.openxmlformats.org/officeDocument/2006/relationships/image" Target="/ppt/media/image8.png" Id="Ra2e41427d6444e60" /><Relationship Type="http://schemas.openxmlformats.org/officeDocument/2006/relationships/notesSlide" Target="/ppt/notesSlides/notesSlide9.xml" Id="Rbb9e9ea8eb8948b6" /></Relationships>
</file>

<file path=ppt/slides/slide1.xml><?xml version="1.0" encoding="utf-8"?>
<p:sld xmlns:p="http://schemas.openxmlformats.org/presentationml/2006/main">
  <p:cSld>
    <p:bg>
      <p:bgPr>
        <a:solidFill xmlns:a="http://schemas.openxmlformats.org/drawingml/2006/main">
          <a:srgbClr val="0B1F33"/>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741A51-5AA0-40F2-8F88-AC5178F96708}"/>
              </a:ext>
            </a:extLst>
          </p:cNvPr>
          <p:cNvSpPr>
            <a:spLocks xmlns:a="http://schemas.openxmlformats.org/drawingml/2006/main" noGrp="1"/>
          </p:cNvSpPr>
          <p:nvPr/>
        </p:nvSpPr>
        <p:spPr>
          <a:xfrm xmlns:a="http://schemas.openxmlformats.org/drawingml/2006/main">
            <a:off x="7067550" y="0"/>
            <a:ext cx="5124450" cy="6858000"/>
          </a:xfrm>
          <a:prstGeom xmlns:a="http://schemas.openxmlformats.org/drawingml/2006/main" prst="rect">
            <a:avLst/>
          </a:prstGeom>
          <a:solidFill xmlns:a="http://schemas.openxmlformats.org/drawingml/2006/main">
            <a:srgbClr val="112C4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42F7FAD-341C-43FD-9FC0-13645479DE09}"/>
              </a:ext>
            </a:extLst>
          </p:cNvPr>
          <p:cNvSpPr>
            <a:spLocks xmlns:a="http://schemas.openxmlformats.org/drawingml/2006/main" noGrp="1"/>
          </p:cNvSpPr>
          <p:nvPr/>
        </p:nvSpPr>
        <p:spPr>
          <a:xfrm xmlns:a="http://schemas.openxmlformats.org/drawingml/2006/main">
            <a:off x="7543800" y="1200150"/>
            <a:ext cx="95250" cy="3905250"/>
          </a:xfrm>
          <a:prstGeom xmlns:a="http://schemas.openxmlformats.org/drawingml/2006/main" prst="rect">
            <a:avLst/>
          </a:prstGeom>
          <a:solidFill xmlns:a="http://schemas.openxmlformats.org/drawingml/2006/main">
            <a:srgbClr val="14B8A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E24B9CA-F3CD-438E-B095-F6373A7E45A3}"/>
              </a:ext>
            </a:extLst>
          </p:cNvPr>
          <p:cNvSpPr>
            <a:spLocks xmlns:a="http://schemas.openxmlformats.org/drawingml/2006/main" noGrp="1"/>
          </p:cNvSpPr>
          <p:nvPr/>
        </p:nvSpPr>
        <p:spPr>
          <a:xfrm xmlns:a="http://schemas.openxmlformats.org/drawingml/2006/main">
            <a:off x="8039100" y="1276350"/>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14B8A6"/>
                </a:solidFill>
                <a:latin typeface="Arial"/>
                <a:ea typeface="Arial"/>
                <a:cs typeface="Arial"/>
              </a:defRPr>
            </a:pPr>
            <a:r>
              <a:rPr sz="900" b="1">
                <a:solidFill>
                  <a:srgbClr val="14B8A6"/>
                </a:solidFill>
                <a:latin typeface="Arial"/>
                <a:ea typeface="Arial"/>
                <a:cs typeface="Arial"/>
              </a:rPr>
              <a:t>ONE GOVERNED RECORD</a:t>
            </a:r>
          </a:p>
        </p:txBody>
      </p:sp>
      <p:sp>
        <p:nvSpPr>
          <p:cNvPr id="4" name="">
            <a:extLst xmlns:a="http://schemas.openxmlformats.org/drawingml/2006/main">
              <a:ext uri="{FF2B5EF4-FFF2-40B4-BE49-F238E27FC236}">
                <a16:creationId xmlns:a16="http://schemas.microsoft.com/office/drawing/2014/main" id="{CD163E89-B215-4C5B-BC09-F5473E7EE455}"/>
              </a:ext>
            </a:extLst>
          </p:cNvPr>
          <p:cNvSpPr>
            <a:spLocks xmlns:a="http://schemas.openxmlformats.org/drawingml/2006/main" noGrp="1"/>
          </p:cNvSpPr>
          <p:nvPr/>
        </p:nvSpPr>
        <p:spPr>
          <a:xfrm xmlns:a="http://schemas.openxmlformats.org/drawingml/2006/main">
            <a:off x="8039100" y="1866900"/>
            <a:ext cx="285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a:solidFill>
                  <a:srgbClr val="F7FAFC"/>
                </a:solidFill>
                <a:latin typeface="Arial"/>
                <a:ea typeface="Arial"/>
                <a:cs typeface="Arial"/>
              </a:defRPr>
            </a:pPr>
            <a:r>
              <a:rPr sz="2550" b="1">
                <a:solidFill>
                  <a:srgbClr val="F7FAFC"/>
                </a:solidFill>
                <a:latin typeface="Arial"/>
                <a:ea typeface="Arial"/>
                <a:cs typeface="Arial"/>
              </a:rPr>
              <a:t>WORK</a:t>
            </a:r>
          </a:p>
        </p:txBody>
      </p:sp>
      <p:sp>
        <p:nvSpPr>
          <p:cNvPr id="5" name="">
            <a:extLst xmlns:a="http://schemas.openxmlformats.org/drawingml/2006/main">
              <a:ext uri="{FF2B5EF4-FFF2-40B4-BE49-F238E27FC236}">
                <a16:creationId xmlns:a16="http://schemas.microsoft.com/office/drawing/2014/main" id="{B335FC76-815D-4AFE-9588-DB14104DA526}"/>
              </a:ext>
            </a:extLst>
          </p:cNvPr>
          <p:cNvSpPr>
            <a:spLocks xmlns:a="http://schemas.openxmlformats.org/drawingml/2006/main" noGrp="1"/>
          </p:cNvSpPr>
          <p:nvPr/>
        </p:nvSpPr>
        <p:spPr>
          <a:xfrm xmlns:a="http://schemas.openxmlformats.org/drawingml/2006/main">
            <a:off x="8039100" y="2857500"/>
            <a:ext cx="3238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a:solidFill>
                  <a:srgbClr val="F7FAFC"/>
                </a:solidFill>
                <a:latin typeface="Arial"/>
                <a:ea typeface="Arial"/>
                <a:cs typeface="Arial"/>
              </a:defRPr>
            </a:pPr>
            <a:r>
              <a:rPr sz="2550" b="1">
                <a:solidFill>
                  <a:srgbClr val="F7FAFC"/>
                </a:solidFill>
                <a:latin typeface="Arial"/>
                <a:ea typeface="Arial"/>
                <a:cs typeface="Arial"/>
              </a:rPr>
              <a:t>KNOWLEDGE</a:t>
            </a:r>
          </a:p>
        </p:txBody>
      </p:sp>
      <p:sp>
        <p:nvSpPr>
          <p:cNvPr id="6" name="">
            <a:extLst xmlns:a="http://schemas.openxmlformats.org/drawingml/2006/main">
              <a:ext uri="{FF2B5EF4-FFF2-40B4-BE49-F238E27FC236}">
                <a16:creationId xmlns:a16="http://schemas.microsoft.com/office/drawing/2014/main" id="{B1DCB50E-EB2F-47B2-B884-FC55F3F50DF0}"/>
              </a:ext>
            </a:extLst>
          </p:cNvPr>
          <p:cNvSpPr>
            <a:spLocks xmlns:a="http://schemas.openxmlformats.org/drawingml/2006/main" noGrp="1"/>
          </p:cNvSpPr>
          <p:nvPr/>
        </p:nvSpPr>
        <p:spPr>
          <a:xfrm xmlns:a="http://schemas.openxmlformats.org/drawingml/2006/main">
            <a:off x="8039100" y="3848100"/>
            <a:ext cx="3238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a:solidFill>
                  <a:srgbClr val="F7FAFC"/>
                </a:solidFill>
                <a:latin typeface="Arial"/>
                <a:ea typeface="Arial"/>
                <a:cs typeface="Arial"/>
              </a:defRPr>
            </a:pPr>
            <a:r>
              <a:rPr sz="2550" b="1">
                <a:solidFill>
                  <a:srgbClr val="F7FAFC"/>
                </a:solidFill>
                <a:latin typeface="Arial"/>
                <a:ea typeface="Arial"/>
                <a:cs typeface="Arial"/>
              </a:rPr>
              <a:t>LEADERSHIP</a:t>
            </a:r>
          </a:p>
        </p:txBody>
      </p:sp>
      <p:sp>
        <p:nvSpPr>
          <p:cNvPr id="7" name="">
            <a:extLst xmlns:a="http://schemas.openxmlformats.org/drawingml/2006/main">
              <a:ext uri="{FF2B5EF4-FFF2-40B4-BE49-F238E27FC236}">
                <a16:creationId xmlns:a16="http://schemas.microsoft.com/office/drawing/2014/main" id="{82FA19FC-AAD9-4F3D-B8DA-E98FC45657C3}"/>
              </a:ext>
            </a:extLst>
          </p:cNvPr>
          <p:cNvSpPr>
            <a:spLocks xmlns:a="http://schemas.openxmlformats.org/drawingml/2006/main" noGrp="1"/>
          </p:cNvSpPr>
          <p:nvPr/>
        </p:nvSpPr>
        <p:spPr>
          <a:xfrm xmlns:a="http://schemas.openxmlformats.org/drawingml/2006/main">
            <a:off x="8039100" y="4762500"/>
            <a:ext cx="3143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D9E5EC"/>
                </a:solidFill>
                <a:latin typeface="Arial"/>
                <a:ea typeface="Arial"/>
                <a:cs typeface="Arial"/>
              </a:defRPr>
            </a:pPr>
            <a:r>
              <a:rPr sz="1350" b="0">
                <a:solidFill>
                  <a:srgbClr val="D9E5EC"/>
                </a:solidFill>
                <a:latin typeface="Arial"/>
                <a:ea typeface="Arial"/>
                <a:cs typeface="Arial"/>
              </a:rPr>
              <a:t>Execution and context stay connected from task to decision to briefing.</a:t>
            </a:r>
          </a:p>
        </p:txBody>
      </p:sp>
      <p:sp>
        <p:nvSpPr>
          <p:cNvPr id="8" name="">
            <a:extLst xmlns:a="http://schemas.openxmlformats.org/drawingml/2006/main">
              <a:ext uri="{FF2B5EF4-FFF2-40B4-BE49-F238E27FC236}">
                <a16:creationId xmlns:a16="http://schemas.microsoft.com/office/drawing/2014/main" id="{E7B0C45D-2130-49C7-A5B3-A5BEF69882FD}"/>
              </a:ext>
            </a:extLst>
          </p:cNvPr>
          <p:cNvSpPr>
            <a:spLocks xmlns:a="http://schemas.openxmlformats.org/drawingml/2006/main" noGrp="1"/>
          </p:cNvSpPr>
          <p:nvPr/>
        </p:nvSpPr>
        <p:spPr>
          <a:xfrm xmlns:a="http://schemas.openxmlformats.org/drawingml/2006/main">
            <a:off x="609600" y="495300"/>
            <a:ext cx="400050" cy="400050"/>
          </a:xfrm>
          <a:prstGeom xmlns:a="http://schemas.openxmlformats.org/drawingml/2006/main" prst="roundRect">
            <a:avLst>
              <a:gd name="adj" fmla="val 23810"/>
            </a:avLst>
          </a:prstGeom>
          <a:solidFill xmlns:a="http://schemas.openxmlformats.org/drawingml/2006/main">
            <a:srgbClr val="14B8A6"/>
          </a:solidFill>
          <a:ln xmlns:a="http://schemas.openxmlformats.org/drawingml/2006/main" w="9525">
            <a:solidFill>
              <a:srgbClr val="14B8A6"/>
            </a:solidFill>
            <a:prstDash val="solid"/>
          </a:ln>
        </p:spPr>
      </p:sp>
      <p:sp>
        <p:nvSpPr>
          <p:cNvPr id="9" name="">
            <a:extLst xmlns:a="http://schemas.openxmlformats.org/drawingml/2006/main">
              <a:ext uri="{FF2B5EF4-FFF2-40B4-BE49-F238E27FC236}">
                <a16:creationId xmlns:a16="http://schemas.microsoft.com/office/drawing/2014/main" id="{B4DDAA2A-D060-442C-B520-DFAF7827D627}"/>
              </a:ext>
            </a:extLst>
          </p:cNvPr>
          <p:cNvSpPr>
            <a:spLocks xmlns:a="http://schemas.openxmlformats.org/drawingml/2006/main" noGrp="1"/>
          </p:cNvSpPr>
          <p:nvPr/>
        </p:nvSpPr>
        <p:spPr>
          <a:xfrm xmlns:a="http://schemas.openxmlformats.org/drawingml/2006/main">
            <a:off x="609600" y="57150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75" b="1">
                <a:solidFill>
                  <a:srgbClr val="FFFFFF"/>
                </a:solidFill>
                <a:latin typeface="Arial"/>
                <a:ea typeface="Arial"/>
                <a:cs typeface="Arial"/>
              </a:defRPr>
            </a:pPr>
            <a:r>
              <a:rPr sz="1575" b="1">
                <a:solidFill>
                  <a:srgbClr val="FFFFFF"/>
                </a:solidFill>
                <a:latin typeface="Arial"/>
                <a:ea typeface="Arial"/>
                <a:cs typeface="Arial"/>
              </a:rPr>
              <a:t>U</a:t>
            </a:r>
          </a:p>
        </p:txBody>
      </p:sp>
      <p:sp>
        <p:nvSpPr>
          <p:cNvPr id="10" name="">
            <a:extLst xmlns:a="http://schemas.openxmlformats.org/drawingml/2006/main">
              <a:ext uri="{FF2B5EF4-FFF2-40B4-BE49-F238E27FC236}">
                <a16:creationId xmlns:a16="http://schemas.microsoft.com/office/drawing/2014/main" id="{94840CF0-76F7-46F8-AABB-9F31AF9DF06A}"/>
              </a:ext>
            </a:extLst>
          </p:cNvPr>
          <p:cNvSpPr>
            <a:spLocks xmlns:a="http://schemas.openxmlformats.org/drawingml/2006/main" noGrp="1"/>
          </p:cNvSpPr>
          <p:nvPr/>
        </p:nvSpPr>
        <p:spPr>
          <a:xfrm xmlns:a="http://schemas.openxmlformats.org/drawingml/2006/main">
            <a:off x="609600" y="125730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14B8A6"/>
                </a:solidFill>
                <a:latin typeface="Arial"/>
                <a:ea typeface="Arial"/>
                <a:cs typeface="Arial"/>
              </a:defRPr>
            </a:pPr>
            <a:r>
              <a:rPr sz="900" b="1">
                <a:solidFill>
                  <a:srgbClr val="14B8A6"/>
                </a:solidFill>
                <a:latin typeface="Arial"/>
                <a:ea typeface="Arial"/>
                <a:cs typeface="Arial"/>
              </a:rPr>
              <a:t>SENIOR LEADERSHIP CONCEPT</a:t>
            </a:r>
          </a:p>
        </p:txBody>
      </p:sp>
      <p:sp>
        <p:nvSpPr>
          <p:cNvPr id="11" name="">
            <a:extLst xmlns:a="http://schemas.openxmlformats.org/drawingml/2006/main">
              <a:ext uri="{FF2B5EF4-FFF2-40B4-BE49-F238E27FC236}">
                <a16:creationId xmlns:a16="http://schemas.microsoft.com/office/drawing/2014/main" id="{8D5DB022-4BE9-475E-B81F-95F496D94647}"/>
              </a:ext>
            </a:extLst>
          </p:cNvPr>
          <p:cNvSpPr>
            <a:spLocks xmlns:a="http://schemas.openxmlformats.org/drawingml/2006/main" noGrp="1"/>
          </p:cNvSpPr>
          <p:nvPr/>
        </p:nvSpPr>
        <p:spPr>
          <a:xfrm xmlns:a="http://schemas.openxmlformats.org/drawingml/2006/main">
            <a:off x="609600" y="1676400"/>
            <a:ext cx="6191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88000"/>
              </a:lnSpc>
              <a:buNone/>
              <a:defRPr sz="4350" b="1">
                <a:solidFill>
                  <a:srgbClr val="F7FAFC"/>
                </a:solidFill>
                <a:latin typeface="Arial"/>
                <a:ea typeface="Arial"/>
                <a:cs typeface="Arial"/>
              </a:defRPr>
            </a:pPr>
            <a:r>
              <a:rPr sz="4350" b="1">
                <a:solidFill>
                  <a:srgbClr val="F7FAFC"/>
                </a:solidFill>
                <a:latin typeface="Arial"/>
                <a:ea typeface="Arial"/>
                <a:cs typeface="Arial"/>
              </a:rPr>
              <a:t>Unified Project</a:t>
            </a:r>
          </a:p>
          <a:p xmlns:a="http://schemas.openxmlformats.org/drawingml/2006/main">
            <a:pPr algn="l">
              <a:lnSpc>
                <a:spcPct val="88000"/>
              </a:lnSpc>
              <a:buNone/>
              <a:defRPr sz="4350" b="1">
                <a:solidFill>
                  <a:srgbClr val="F7FAFC"/>
                </a:solidFill>
                <a:latin typeface="Arial"/>
                <a:ea typeface="Arial"/>
                <a:cs typeface="Arial"/>
              </a:defRPr>
            </a:pPr>
            <a:r>
              <a:rPr sz="4350" b="1">
                <a:solidFill>
                  <a:srgbClr val="F7FAFC"/>
                </a:solidFill>
                <a:latin typeface="Arial"/>
                <a:ea typeface="Arial"/>
                <a:cs typeface="Arial"/>
              </a:rPr>
              <a:t>Management Suite</a:t>
            </a:r>
          </a:p>
        </p:txBody>
      </p:sp>
      <p:sp>
        <p:nvSpPr>
          <p:cNvPr id="12" name="">
            <a:extLst xmlns:a="http://schemas.openxmlformats.org/drawingml/2006/main">
              <a:ext uri="{FF2B5EF4-FFF2-40B4-BE49-F238E27FC236}">
                <a16:creationId xmlns:a16="http://schemas.microsoft.com/office/drawing/2014/main" id="{FC8C4E9D-9B24-4FB1-AF6E-EB8637298FC6}"/>
              </a:ext>
            </a:extLst>
          </p:cNvPr>
          <p:cNvSpPr>
            <a:spLocks xmlns:a="http://schemas.openxmlformats.org/drawingml/2006/main" noGrp="1"/>
          </p:cNvSpPr>
          <p:nvPr/>
        </p:nvSpPr>
        <p:spPr>
          <a:xfrm xmlns:a="http://schemas.openxmlformats.org/drawingml/2006/main">
            <a:off x="609600" y="3352800"/>
            <a:ext cx="5429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451"/>
          </a:bodyPr>
          <a:lstStyle xmlns:a="http://schemas.openxmlformats.org/drawingml/2006/main"/>
          <a:p xmlns:a="http://schemas.openxmlformats.org/drawingml/2006/main">
            <a:pPr algn="l">
              <a:lnSpc>
                <a:spcPct val="108000"/>
              </a:lnSpc>
              <a:buNone/>
              <a:defRPr sz="1800" b="0">
                <a:solidFill>
                  <a:srgbClr val="D9E5EC"/>
                </a:solidFill>
                <a:latin typeface="Arial"/>
                <a:ea typeface="Arial"/>
                <a:cs typeface="Arial"/>
              </a:defRPr>
            </a:pPr>
            <a:r>
              <a:rPr sz="1800" b="0">
                <a:solidFill>
                  <a:srgbClr val="D9E5EC"/>
                </a:solidFill>
                <a:latin typeface="Arial"/>
                <a:ea typeface="Arial"/>
                <a:cs typeface="Arial"/>
              </a:rPr>
              <a:t>A credible path to replace fragmented Jira, Confluence, and manual reporting with one governed operating record.</a:t>
            </a:r>
          </a:p>
        </p:txBody>
      </p:sp>
      <p:sp>
        <p:nvSpPr>
          <p:cNvPr id="13" name="">
            <a:extLst xmlns:a="http://schemas.openxmlformats.org/drawingml/2006/main">
              <a:ext uri="{FF2B5EF4-FFF2-40B4-BE49-F238E27FC236}">
                <a16:creationId xmlns:a16="http://schemas.microsoft.com/office/drawing/2014/main" id="{915DE474-63EC-432F-B159-2270BC0AC76C}"/>
              </a:ext>
            </a:extLst>
          </p:cNvPr>
          <p:cNvSpPr>
            <a:spLocks xmlns:a="http://schemas.openxmlformats.org/drawingml/2006/main" noGrp="1"/>
          </p:cNvSpPr>
          <p:nvPr/>
        </p:nvSpPr>
        <p:spPr>
          <a:xfrm xmlns:a="http://schemas.openxmlformats.org/drawingml/2006/main">
            <a:off x="609600" y="4667250"/>
            <a:ext cx="4953000" cy="38100"/>
          </a:xfrm>
          <a:prstGeom xmlns:a="http://schemas.openxmlformats.org/drawingml/2006/main" prst="rect">
            <a:avLst/>
          </a:prstGeom>
          <a:solidFill xmlns:a="http://schemas.openxmlformats.org/drawingml/2006/main">
            <a:srgbClr val="14B8A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9C22052-06F5-4F34-B586-8345AECBD4AC}"/>
              </a:ext>
            </a:extLst>
          </p:cNvPr>
          <p:cNvSpPr>
            <a:spLocks xmlns:a="http://schemas.openxmlformats.org/drawingml/2006/main" noGrp="1"/>
          </p:cNvSpPr>
          <p:nvPr/>
        </p:nvSpPr>
        <p:spPr>
          <a:xfrm xmlns:a="http://schemas.openxmlformats.org/drawingml/2006/main">
            <a:off x="609600" y="4914900"/>
            <a:ext cx="5619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F59E0B"/>
                </a:solidFill>
                <a:latin typeface="Arial"/>
                <a:ea typeface="Arial"/>
                <a:cs typeface="Arial"/>
              </a:defRPr>
            </a:pPr>
            <a:r>
              <a:rPr sz="1275" b="1">
                <a:solidFill>
                  <a:srgbClr val="F59E0B"/>
                </a:solidFill>
                <a:latin typeface="Arial"/>
                <a:ea typeface="Arial"/>
                <a:cs typeface="Arial"/>
              </a:rPr>
              <a:t>Five-minute product walkthrough - feedback and requirement discovery</a:t>
            </a:r>
          </a:p>
        </p:txBody>
      </p:sp>
      <p:sp>
        <p:nvSpPr>
          <p:cNvPr id="15" name="">
            <a:extLst xmlns:a="http://schemas.openxmlformats.org/drawingml/2006/main">
              <a:ext uri="{FF2B5EF4-FFF2-40B4-BE49-F238E27FC236}">
                <a16:creationId xmlns:a16="http://schemas.microsoft.com/office/drawing/2014/main" id="{64ACB75F-A11F-466F-B499-6098FDF80940}"/>
              </a:ext>
            </a:extLst>
          </p:cNvPr>
          <p:cNvSpPr>
            <a:spLocks xmlns:a="http://schemas.openxmlformats.org/drawingml/2006/main" noGrp="1"/>
          </p:cNvSpPr>
          <p:nvPr/>
        </p:nvSpPr>
        <p:spPr>
          <a:xfrm xmlns:a="http://schemas.openxmlformats.org/drawingml/2006/main">
            <a:off x="609600" y="61150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9FB3C8"/>
                </a:solidFill>
                <a:latin typeface="Arial"/>
                <a:ea typeface="Arial"/>
                <a:cs typeface="Arial"/>
              </a:defRPr>
            </a:pPr>
            <a:r>
              <a:rPr sz="900" b="0">
                <a:solidFill>
                  <a:srgbClr val="9FB3C8"/>
                </a:solidFill>
                <a:latin typeface="Arial"/>
                <a:ea typeface="Arial"/>
                <a:cs typeface="Arial"/>
              </a:rPr>
              <a:t>Concept prototype - 24 August 2026</a:t>
            </a:r>
          </a:p>
        </p:txBody>
      </p:sp>
    </p:spTree>
    <p:extLst>
      <p:ext uri="{BB962C8B-B14F-4D97-AF65-F5344CB8AC3E}">
        <p14:creationId xmlns:p14="http://schemas.microsoft.com/office/powerpoint/2010/main" val="2091359713"/>
      </p:ext>
    </p:extLst>
  </p:cSld>
</p:sld>
</file>

<file path=ppt/slides/slide2.xml><?xml version="1.0" encoding="utf-8"?>
<p:sld xmlns:p="http://schemas.openxmlformats.org/presentationml/2006/main">
  <p:cSld>
    <p:bg>
      <p:bgPr>
        <a:solidFill xmlns:a="http://schemas.openxmlformats.org/drawingml/2006/main">
          <a:srgbClr val="F3F7F9"/>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B12E4636-1FC3-4BC2-840F-830B76BB8724}"/>
              </a:ext>
            </a:extLst>
          </p:cNvPr>
          <p:cNvSpPr>
            <a:spLocks xmlns:a="http://schemas.openxmlformats.org/drawingml/2006/main" noGrp="1"/>
          </p:cNvSpPr>
          <p:nvPr/>
        </p:nvSpPr>
        <p:spPr>
          <a:xfrm xmlns:a="http://schemas.openxmlformats.org/drawingml/2006/main">
            <a:off x="0" y="0"/>
            <a:ext cx="12192000" cy="552450"/>
          </a:xfrm>
          <a:prstGeom xmlns:a="http://schemas.openxmlformats.org/drawingml/2006/main" prst="rect">
            <a:avLst/>
          </a:prstGeom>
          <a:solidFill xmlns:a="http://schemas.openxmlformats.org/drawingml/2006/main">
            <a:srgbClr val="0B1F3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2798295-4031-4434-8985-F71D70207F28}"/>
              </a:ext>
            </a:extLst>
          </p:cNvPr>
          <p:cNvSpPr>
            <a:spLocks xmlns:a="http://schemas.openxmlformats.org/drawingml/2006/main" noGrp="1"/>
          </p:cNvSpPr>
          <p:nvPr/>
        </p:nvSpPr>
        <p:spPr>
          <a:xfrm xmlns:a="http://schemas.openxmlformats.org/drawingml/2006/main">
            <a:off x="552450" y="133350"/>
            <a:ext cx="285750" cy="285750"/>
          </a:xfrm>
          <a:prstGeom xmlns:a="http://schemas.openxmlformats.org/drawingml/2006/main" prst="roundRect">
            <a:avLst>
              <a:gd name="adj" fmla="val 26667"/>
            </a:avLst>
          </a:prstGeom>
          <a:solidFill xmlns:a="http://schemas.openxmlformats.org/drawingml/2006/main">
            <a:srgbClr val="14B8A6"/>
          </a:solidFill>
          <a:ln xmlns:a="http://schemas.openxmlformats.org/drawingml/2006/main" w="9525">
            <a:solidFill>
              <a:srgbClr val="14B8A6"/>
            </a:solidFill>
            <a:prstDash val="solid"/>
          </a:ln>
        </p:spPr>
      </p:sp>
      <p:sp>
        <p:nvSpPr>
          <p:cNvPr id="3" name="">
            <a:extLst xmlns:a="http://schemas.openxmlformats.org/drawingml/2006/main">
              <a:ext uri="{FF2B5EF4-FFF2-40B4-BE49-F238E27FC236}">
                <a16:creationId xmlns:a16="http://schemas.microsoft.com/office/drawing/2014/main" id="{B62A263A-B8D5-4BDD-8744-A1293C43DA5A}"/>
              </a:ext>
            </a:extLst>
          </p:cNvPr>
          <p:cNvSpPr>
            <a:spLocks xmlns:a="http://schemas.openxmlformats.org/drawingml/2006/main" noGrp="1"/>
          </p:cNvSpPr>
          <p:nvPr/>
        </p:nvSpPr>
        <p:spPr>
          <a:xfrm xmlns:a="http://schemas.openxmlformats.org/drawingml/2006/main">
            <a:off x="552450" y="180975"/>
            <a:ext cx="28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1">
                <a:solidFill>
                  <a:srgbClr val="FFFFFF"/>
                </a:solidFill>
                <a:latin typeface="Arial"/>
                <a:ea typeface="Arial"/>
                <a:cs typeface="Arial"/>
              </a:defRPr>
            </a:pPr>
            <a:r>
              <a:rPr sz="1125" b="1">
                <a:solidFill>
                  <a:srgbClr val="FFFFFF"/>
                </a:solidFill>
                <a:latin typeface="Arial"/>
                <a:ea typeface="Arial"/>
                <a:cs typeface="Arial"/>
              </a:rPr>
              <a:t>U</a:t>
            </a:r>
          </a:p>
        </p:txBody>
      </p:sp>
      <p:sp>
        <p:nvSpPr>
          <p:cNvPr id="4" name="">
            <a:extLst xmlns:a="http://schemas.openxmlformats.org/drawingml/2006/main">
              <a:ext uri="{FF2B5EF4-FFF2-40B4-BE49-F238E27FC236}">
                <a16:creationId xmlns:a16="http://schemas.microsoft.com/office/drawing/2014/main" id="{DB1BDC9F-1976-4FD9-AC74-C9AFE0D04438}"/>
              </a:ext>
            </a:extLst>
          </p:cNvPr>
          <p:cNvSpPr>
            <a:spLocks xmlns:a="http://schemas.openxmlformats.org/drawingml/2006/main" noGrp="1"/>
          </p:cNvSpPr>
          <p:nvPr/>
        </p:nvSpPr>
        <p:spPr>
          <a:xfrm xmlns:a="http://schemas.openxmlformats.org/drawingml/2006/main">
            <a:off x="990600" y="1905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14B8A6"/>
                </a:solidFill>
                <a:latin typeface="Arial"/>
                <a:ea typeface="Arial"/>
                <a:cs typeface="Arial"/>
              </a:defRPr>
            </a:pPr>
            <a:r>
              <a:rPr sz="900" b="1">
                <a:solidFill>
                  <a:srgbClr val="14B8A6"/>
                </a:solidFill>
                <a:latin typeface="Arial"/>
                <a:ea typeface="Arial"/>
                <a:cs typeface="Arial"/>
              </a:rPr>
              <a:t>UNIFIED PROJECT MANAGEMENT SUITE · LEADERSHIP CONCEPT</a:t>
            </a:r>
          </a:p>
        </p:txBody>
      </p:sp>
      <p:sp>
        <p:nvSpPr>
          <p:cNvPr id="5" name="">
            <a:extLst xmlns:a="http://schemas.openxmlformats.org/drawingml/2006/main">
              <a:ext uri="{FF2B5EF4-FFF2-40B4-BE49-F238E27FC236}">
                <a16:creationId xmlns:a16="http://schemas.microsoft.com/office/drawing/2014/main" id="{1B63316F-C521-41ED-89F7-B0CA3EBF7CD5}"/>
              </a:ext>
            </a:extLst>
          </p:cNvPr>
          <p:cNvSpPr>
            <a:spLocks xmlns:a="http://schemas.openxmlformats.org/drawingml/2006/main" noGrp="1"/>
          </p:cNvSpPr>
          <p:nvPr/>
        </p:nvSpPr>
        <p:spPr>
          <a:xfrm xmlns:a="http://schemas.openxmlformats.org/drawingml/2006/main">
            <a:off x="11068050" y="19050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00" b="1">
                <a:solidFill>
                  <a:srgbClr val="9FB3C8"/>
                </a:solidFill>
                <a:latin typeface="Arial"/>
                <a:ea typeface="Arial"/>
                <a:cs typeface="Arial"/>
              </a:defRPr>
            </a:pPr>
            <a:r>
              <a:rPr sz="900" b="1">
                <a:solidFill>
                  <a:srgbClr val="9FB3C8"/>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672ADD1C-BE77-4898-93DA-53E5A3829E3D}"/>
              </a:ext>
            </a:extLst>
          </p:cNvPr>
          <p:cNvSpPr>
            <a:spLocks xmlns:a="http://schemas.openxmlformats.org/drawingml/2006/main" noGrp="1"/>
          </p:cNvSpPr>
          <p:nvPr/>
        </p:nvSpPr>
        <p:spPr>
          <a:xfrm xmlns:a="http://schemas.openxmlformats.org/drawingml/2006/main">
            <a:off x="552450" y="781050"/>
            <a:ext cx="110871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3300" b="1">
                <a:solidFill>
                  <a:srgbClr val="0B1F33"/>
                </a:solidFill>
                <a:latin typeface="Arial"/>
                <a:ea typeface="Arial"/>
                <a:cs typeface="Arial"/>
              </a:defRPr>
            </a:pPr>
            <a:r>
              <a:rPr sz="3300" b="1">
                <a:solidFill>
                  <a:srgbClr val="0B1F33"/>
                </a:solidFill>
                <a:latin typeface="Arial"/>
                <a:ea typeface="Arial"/>
                <a:cs typeface="Arial"/>
              </a:rPr>
              <a:t>One operating record removes the handoffs.</a:t>
            </a:r>
          </a:p>
        </p:txBody>
      </p:sp>
      <p:sp>
        <p:nvSpPr>
          <p:cNvPr id="7" name="">
            <a:extLst xmlns:a="http://schemas.openxmlformats.org/drawingml/2006/main">
              <a:ext uri="{FF2B5EF4-FFF2-40B4-BE49-F238E27FC236}">
                <a16:creationId xmlns:a16="http://schemas.microsoft.com/office/drawing/2014/main" id="{192590ED-60F6-4C18-9234-399679B069DE}"/>
              </a:ext>
            </a:extLst>
          </p:cNvPr>
          <p:cNvSpPr>
            <a:spLocks xmlns:a="http://schemas.openxmlformats.org/drawingml/2006/main" noGrp="1"/>
          </p:cNvSpPr>
          <p:nvPr/>
        </p:nvSpPr>
        <p:spPr>
          <a:xfrm xmlns:a="http://schemas.openxmlformats.org/drawingml/2006/main">
            <a:off x="552450" y="1428750"/>
            <a:ext cx="3905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532"/>
          </a:bodyPr>
          <a:lstStyle xmlns:a="http://schemas.openxmlformats.org/drawingml/2006/main"/>
          <a:p xmlns:a="http://schemas.openxmlformats.org/drawingml/2006/main">
            <a:pPr algn="l">
              <a:lnSpc>
                <a:spcPct val="108000"/>
              </a:lnSpc>
              <a:buNone/>
              <a:defRPr sz="1575" b="0">
                <a:solidFill>
                  <a:srgbClr val="627D98"/>
                </a:solidFill>
                <a:latin typeface="Arial"/>
                <a:ea typeface="Arial"/>
                <a:cs typeface="Arial"/>
              </a:defRPr>
            </a:pPr>
            <a:r>
              <a:rPr sz="1575" b="0">
                <a:solidFill>
                  <a:srgbClr val="627D98"/>
                </a:solidFill>
                <a:latin typeface="Arial"/>
                <a:ea typeface="Arial"/>
                <a:cs typeface="Arial"/>
              </a:rPr>
              <a:t>The home view combines the questions that are split across Jira, Confluence, spreadsheets, and briefing slides today.</a:t>
            </a:r>
          </a:p>
        </p:txBody>
      </p:sp>
      <p:sp>
        <p:nvSpPr>
          <p:cNvPr id="8" name="">
            <a:extLst xmlns:a="http://schemas.openxmlformats.org/drawingml/2006/main">
              <a:ext uri="{FF2B5EF4-FFF2-40B4-BE49-F238E27FC236}">
                <a16:creationId xmlns:a16="http://schemas.microsoft.com/office/drawing/2014/main" id="{EC5F7FBF-9777-4D9F-B620-A8DC802F0686}"/>
              </a:ext>
            </a:extLst>
          </p:cNvPr>
          <p:cNvSpPr>
            <a:spLocks xmlns:a="http://schemas.openxmlformats.org/drawingml/2006/main" noGrp="1"/>
          </p:cNvSpPr>
          <p:nvPr/>
        </p:nvSpPr>
        <p:spPr>
          <a:xfrm xmlns:a="http://schemas.openxmlformats.org/drawingml/2006/main">
            <a:off x="552450" y="2571750"/>
            <a:ext cx="57150" cy="685800"/>
          </a:xfrm>
          <a:prstGeom xmlns:a="http://schemas.openxmlformats.org/drawingml/2006/main" prst="rect">
            <a:avLst/>
          </a:prstGeom>
          <a:solidFill xmlns:a="http://schemas.openxmlformats.org/drawingml/2006/main">
            <a:srgbClr val="14B8A6"/>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46583A6-2DA8-46D4-8A76-37F5C932A2B5}"/>
              </a:ext>
            </a:extLst>
          </p:cNvPr>
          <p:cNvSpPr>
            <a:spLocks xmlns:a="http://schemas.openxmlformats.org/drawingml/2006/main" noGrp="1"/>
          </p:cNvSpPr>
          <p:nvPr/>
        </p:nvSpPr>
        <p:spPr>
          <a:xfrm xmlns:a="http://schemas.openxmlformats.org/drawingml/2006/main">
            <a:off x="781050" y="259080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0F766E"/>
                </a:solidFill>
                <a:latin typeface="Arial"/>
                <a:ea typeface="Arial"/>
                <a:cs typeface="Arial"/>
              </a:defRPr>
            </a:pPr>
            <a:r>
              <a:rPr sz="900" b="1">
                <a:solidFill>
                  <a:srgbClr val="0F766E"/>
                </a:solidFill>
                <a:latin typeface="Arial"/>
                <a:ea typeface="Arial"/>
                <a:cs typeface="Arial"/>
              </a:rPr>
              <a:t>WORK</a:t>
            </a:r>
          </a:p>
        </p:txBody>
      </p:sp>
      <p:sp>
        <p:nvSpPr>
          <p:cNvPr id="10" name="">
            <a:extLst xmlns:a="http://schemas.openxmlformats.org/drawingml/2006/main">
              <a:ext uri="{FF2B5EF4-FFF2-40B4-BE49-F238E27FC236}">
                <a16:creationId xmlns:a16="http://schemas.microsoft.com/office/drawing/2014/main" id="{B2972E58-F6B3-426F-8FCD-EE7246AD08D8}"/>
              </a:ext>
            </a:extLst>
          </p:cNvPr>
          <p:cNvSpPr>
            <a:spLocks xmlns:a="http://schemas.openxmlformats.org/drawingml/2006/main" noGrp="1"/>
          </p:cNvSpPr>
          <p:nvPr/>
        </p:nvSpPr>
        <p:spPr>
          <a:xfrm xmlns:a="http://schemas.openxmlformats.org/drawingml/2006/main">
            <a:off x="781050" y="2809875"/>
            <a:ext cx="3333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75" b="1">
                <a:solidFill>
                  <a:srgbClr val="102A43"/>
                </a:solidFill>
                <a:latin typeface="Arial"/>
                <a:ea typeface="Arial"/>
                <a:cs typeface="Arial"/>
              </a:defRPr>
            </a:pPr>
            <a:r>
              <a:rPr sz="1275" b="1">
                <a:solidFill>
                  <a:srgbClr val="102A43"/>
                </a:solidFill>
                <a:latin typeface="Arial"/>
                <a:ea typeface="Arial"/>
                <a:cs typeface="Arial"/>
              </a:rPr>
              <a:t>Accountable scope, owner, status, dependencies, and dates</a:t>
            </a:r>
          </a:p>
        </p:txBody>
      </p:sp>
      <p:sp>
        <p:nvSpPr>
          <p:cNvPr id="11" name="">
            <a:extLst xmlns:a="http://schemas.openxmlformats.org/drawingml/2006/main">
              <a:ext uri="{FF2B5EF4-FFF2-40B4-BE49-F238E27FC236}">
                <a16:creationId xmlns:a16="http://schemas.microsoft.com/office/drawing/2014/main" id="{B4C0461B-6001-410B-A69E-D8853F2352C0}"/>
              </a:ext>
            </a:extLst>
          </p:cNvPr>
          <p:cNvSpPr>
            <a:spLocks xmlns:a="http://schemas.openxmlformats.org/drawingml/2006/main" noGrp="1"/>
          </p:cNvSpPr>
          <p:nvPr/>
        </p:nvSpPr>
        <p:spPr>
          <a:xfrm xmlns:a="http://schemas.openxmlformats.org/drawingml/2006/main">
            <a:off x="552450" y="3571875"/>
            <a:ext cx="57150" cy="685800"/>
          </a:xfrm>
          <a:prstGeom xmlns:a="http://schemas.openxmlformats.org/drawingml/2006/main" prst="rect">
            <a:avLst/>
          </a:prstGeom>
          <a:solidFill xmlns:a="http://schemas.openxmlformats.org/drawingml/2006/main">
            <a:srgbClr val="14B8A6"/>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FDC39FA-A231-4373-95BE-FF4F362CB650}"/>
              </a:ext>
            </a:extLst>
          </p:cNvPr>
          <p:cNvSpPr>
            <a:spLocks xmlns:a="http://schemas.openxmlformats.org/drawingml/2006/main" noGrp="1"/>
          </p:cNvSpPr>
          <p:nvPr/>
        </p:nvSpPr>
        <p:spPr>
          <a:xfrm xmlns:a="http://schemas.openxmlformats.org/drawingml/2006/main">
            <a:off x="781050" y="3590925"/>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0F766E"/>
                </a:solidFill>
                <a:latin typeface="Arial"/>
                <a:ea typeface="Arial"/>
                <a:cs typeface="Arial"/>
              </a:defRPr>
            </a:pPr>
            <a:r>
              <a:rPr sz="900" b="1">
                <a:solidFill>
                  <a:srgbClr val="0F766E"/>
                </a:solidFill>
                <a:latin typeface="Arial"/>
                <a:ea typeface="Arial"/>
                <a:cs typeface="Arial"/>
              </a:rPr>
              <a:t>KNOWLEDGE</a:t>
            </a:r>
          </a:p>
        </p:txBody>
      </p:sp>
      <p:sp>
        <p:nvSpPr>
          <p:cNvPr id="13" name="">
            <a:extLst xmlns:a="http://schemas.openxmlformats.org/drawingml/2006/main">
              <a:ext uri="{FF2B5EF4-FFF2-40B4-BE49-F238E27FC236}">
                <a16:creationId xmlns:a16="http://schemas.microsoft.com/office/drawing/2014/main" id="{82993583-1902-4026-8A84-B0C6F58C7A29}"/>
              </a:ext>
            </a:extLst>
          </p:cNvPr>
          <p:cNvSpPr>
            <a:spLocks xmlns:a="http://schemas.openxmlformats.org/drawingml/2006/main" noGrp="1"/>
          </p:cNvSpPr>
          <p:nvPr/>
        </p:nvSpPr>
        <p:spPr>
          <a:xfrm xmlns:a="http://schemas.openxmlformats.org/drawingml/2006/main">
            <a:off x="781050" y="3810000"/>
            <a:ext cx="3333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75" b="1">
                <a:solidFill>
                  <a:srgbClr val="102A43"/>
                </a:solidFill>
                <a:latin typeface="Arial"/>
                <a:ea typeface="Arial"/>
                <a:cs typeface="Arial"/>
              </a:defRPr>
            </a:pPr>
            <a:r>
              <a:rPr sz="1275" b="1">
                <a:solidFill>
                  <a:srgbClr val="102A43"/>
                </a:solidFill>
                <a:latin typeface="Arial"/>
                <a:ea typeface="Arial"/>
                <a:cs typeface="Arial"/>
              </a:rPr>
              <a:t>Living context, evidence, comments, and version history</a:t>
            </a:r>
          </a:p>
        </p:txBody>
      </p:sp>
      <p:sp>
        <p:nvSpPr>
          <p:cNvPr id="14" name="">
            <a:extLst xmlns:a="http://schemas.openxmlformats.org/drawingml/2006/main">
              <a:ext uri="{FF2B5EF4-FFF2-40B4-BE49-F238E27FC236}">
                <a16:creationId xmlns:a16="http://schemas.microsoft.com/office/drawing/2014/main" id="{F3B04EE5-59EA-4B22-AE60-78267C5A500E}"/>
              </a:ext>
            </a:extLst>
          </p:cNvPr>
          <p:cNvSpPr>
            <a:spLocks xmlns:a="http://schemas.openxmlformats.org/drawingml/2006/main" noGrp="1"/>
          </p:cNvSpPr>
          <p:nvPr/>
        </p:nvSpPr>
        <p:spPr>
          <a:xfrm xmlns:a="http://schemas.openxmlformats.org/drawingml/2006/main">
            <a:off x="552450" y="4572000"/>
            <a:ext cx="57150" cy="685800"/>
          </a:xfrm>
          <a:prstGeom xmlns:a="http://schemas.openxmlformats.org/drawingml/2006/main" prst="rect">
            <a:avLst/>
          </a:prstGeom>
          <a:solidFill xmlns:a="http://schemas.openxmlformats.org/drawingml/2006/main">
            <a:srgbClr val="F59E0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BE7A81DE-0D61-4124-A8B3-45E9E0C8E0C6}"/>
              </a:ext>
            </a:extLst>
          </p:cNvPr>
          <p:cNvSpPr>
            <a:spLocks xmlns:a="http://schemas.openxmlformats.org/drawingml/2006/main" noGrp="1"/>
          </p:cNvSpPr>
          <p:nvPr/>
        </p:nvSpPr>
        <p:spPr>
          <a:xfrm xmlns:a="http://schemas.openxmlformats.org/drawingml/2006/main">
            <a:off x="781050" y="459105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8A4B08"/>
                </a:solidFill>
                <a:latin typeface="Arial"/>
                <a:ea typeface="Arial"/>
                <a:cs typeface="Arial"/>
              </a:defRPr>
            </a:pPr>
            <a:r>
              <a:rPr sz="900" b="1">
                <a:solidFill>
                  <a:srgbClr val="8A4B08"/>
                </a:solidFill>
                <a:latin typeface="Arial"/>
                <a:ea typeface="Arial"/>
                <a:cs typeface="Arial"/>
              </a:rPr>
              <a:t>LEADERSHIP</a:t>
            </a:r>
          </a:p>
        </p:txBody>
      </p:sp>
      <p:sp>
        <p:nvSpPr>
          <p:cNvPr id="16" name="">
            <a:extLst xmlns:a="http://schemas.openxmlformats.org/drawingml/2006/main">
              <a:ext uri="{FF2B5EF4-FFF2-40B4-BE49-F238E27FC236}">
                <a16:creationId xmlns:a16="http://schemas.microsoft.com/office/drawing/2014/main" id="{DFB87716-5F77-4A83-B97F-5B0428AA6B90}"/>
              </a:ext>
            </a:extLst>
          </p:cNvPr>
          <p:cNvSpPr>
            <a:spLocks xmlns:a="http://schemas.openxmlformats.org/drawingml/2006/main" noGrp="1"/>
          </p:cNvSpPr>
          <p:nvPr/>
        </p:nvSpPr>
        <p:spPr>
          <a:xfrm xmlns:a="http://schemas.openxmlformats.org/drawingml/2006/main">
            <a:off x="781050" y="4810125"/>
            <a:ext cx="3333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75" b="1">
                <a:solidFill>
                  <a:srgbClr val="102A43"/>
                </a:solidFill>
                <a:latin typeface="Arial"/>
                <a:ea typeface="Arial"/>
                <a:cs typeface="Arial"/>
              </a:defRPr>
            </a:pPr>
            <a:r>
              <a:rPr sz="1275" b="1">
                <a:solidFill>
                  <a:srgbClr val="102A43"/>
                </a:solidFill>
                <a:latin typeface="Arial"/>
                <a:ea typeface="Arial"/>
                <a:cs typeface="Arial"/>
              </a:rPr>
              <a:t>Current intervention, risk, forecast, and briefing facts</a:t>
            </a:r>
          </a:p>
        </p:txBody>
      </p:sp>
      <p:sp>
        <p:nvSpPr>
          <p:cNvPr id="17" name="">
            <a:extLst xmlns:a="http://schemas.openxmlformats.org/drawingml/2006/main">
              <a:ext uri="{FF2B5EF4-FFF2-40B4-BE49-F238E27FC236}">
                <a16:creationId xmlns:a16="http://schemas.microsoft.com/office/drawing/2014/main" id="{04C97E2C-38D6-438B-8BF2-63C0F8A7F8C7}"/>
              </a:ext>
            </a:extLst>
          </p:cNvPr>
          <p:cNvSpPr>
            <a:spLocks xmlns:a="http://schemas.openxmlformats.org/drawingml/2006/main" noGrp="1"/>
          </p:cNvSpPr>
          <p:nvPr/>
        </p:nvSpPr>
        <p:spPr>
          <a:xfrm xmlns:a="http://schemas.openxmlformats.org/drawingml/2006/main">
            <a:off x="4638675" y="1419225"/>
            <a:ext cx="7029450" cy="4429125"/>
          </a:xfrm>
          <a:prstGeom xmlns:a="http://schemas.openxmlformats.org/drawingml/2006/main" prst="roundRect">
            <a:avLst>
              <a:gd name="adj" fmla="val 3011"/>
            </a:avLst>
          </a:prstGeom>
          <a:solidFill xmlns:a="http://schemas.openxmlformats.org/drawingml/2006/main">
            <a:srgbClr val="FFFFFF"/>
          </a:solidFill>
          <a:ln xmlns:a="http://schemas.openxmlformats.org/drawingml/2006/main" w="9525">
            <a:solidFill>
              <a:srgbClr val="C9D7E3"/>
            </a:solidFill>
            <a:prstDash val="solid"/>
          </a:ln>
        </p:spPr>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a40da828f1c0434b"/>
          <a:stretch xmlns:a="http://schemas.openxmlformats.org/drawingml/2006/main"/>
        </p:blipFill>
        <p:spPr>
          <a:xfrm xmlns:a="http://schemas.openxmlformats.org/drawingml/2006/main">
            <a:off x="4686300" y="1466850"/>
            <a:ext cx="6934200" cy="4333875"/>
          </a:xfrm>
          <a:prstGeom xmlns:a="http://schemas.openxmlformats.org/drawingml/2006/main" prst="roundRect">
            <a:avLst>
              <a:gd name="adj" fmla="val 2198"/>
            </a:avLst>
          </a:prstGeom>
        </p:spPr>
      </p:pic>
      <p:sp>
        <p:nvSpPr>
          <p:cNvPr id="19" name="">
            <a:extLst xmlns:a="http://schemas.openxmlformats.org/drawingml/2006/main">
              <a:ext uri="{FF2B5EF4-FFF2-40B4-BE49-F238E27FC236}">
                <a16:creationId xmlns:a16="http://schemas.microsoft.com/office/drawing/2014/main" id="{05A9EC5A-EDED-4D2F-B5FB-19AE5156D4FD}"/>
              </a:ext>
            </a:extLst>
          </p:cNvPr>
          <p:cNvSpPr>
            <a:spLocks xmlns:a="http://schemas.openxmlformats.org/drawingml/2006/main" noGrp="1"/>
          </p:cNvSpPr>
          <p:nvPr/>
        </p:nvSpPr>
        <p:spPr>
          <a:xfrm xmlns:a="http://schemas.openxmlformats.org/drawingml/2006/main">
            <a:off x="552450" y="6486525"/>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a:solidFill>
                  <a:srgbClr val="627D98"/>
                </a:solidFill>
                <a:latin typeface="Arial"/>
                <a:ea typeface="Arial"/>
                <a:cs typeface="Arial"/>
              </a:defRPr>
            </a:pPr>
            <a:r>
              <a:rPr sz="750" b="1">
                <a:solidFill>
                  <a:srgbClr val="627D98"/>
                </a:solidFill>
                <a:latin typeface="Arial"/>
                <a:ea typeface="Arial"/>
                <a:cs typeface="Arial"/>
              </a:rPr>
              <a:t>INTERACTIVE PRODUCT PROTOTYPE - SYNTHETIC DATA - NOT PRODUCTION CAPABILITY</a:t>
            </a:r>
          </a:p>
        </p:txBody>
      </p:sp>
    </p:spTree>
    <p:extLst>
      <p:ext uri="{BB962C8B-B14F-4D97-AF65-F5344CB8AC3E}">
        <p14:creationId xmlns:p14="http://schemas.microsoft.com/office/powerpoint/2010/main" val="1648096999"/>
      </p:ext>
    </p:extLst>
  </p:cSld>
</p:sld>
</file>

<file path=ppt/slides/slide3.xml><?xml version="1.0" encoding="utf-8"?>
<p:sld xmlns:p="http://schemas.openxmlformats.org/presentationml/2006/main">
  <p:cSld>
    <p:bg>
      <p:bgPr>
        <a:solidFill xmlns:a="http://schemas.openxmlformats.org/drawingml/2006/main">
          <a:srgbClr val="173A50"/>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A447554-7B8C-49D5-A940-6C6368748647}"/>
              </a:ext>
            </a:extLst>
          </p:cNvPr>
          <p:cNvSpPr>
            <a:spLocks xmlns:a="http://schemas.openxmlformats.org/drawingml/2006/main" noGrp="1"/>
          </p:cNvSpPr>
          <p:nvPr/>
        </p:nvSpPr>
        <p:spPr>
          <a:xfrm xmlns:a="http://schemas.openxmlformats.org/drawingml/2006/main">
            <a:off x="0" y="0"/>
            <a:ext cx="12192000" cy="552450"/>
          </a:xfrm>
          <a:prstGeom xmlns:a="http://schemas.openxmlformats.org/drawingml/2006/main" prst="rect">
            <a:avLst/>
          </a:prstGeom>
          <a:solidFill xmlns:a="http://schemas.openxmlformats.org/drawingml/2006/main">
            <a:srgbClr val="0B1F3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6AFD782-E31F-40D1-965D-05A6E3E1B007}"/>
              </a:ext>
            </a:extLst>
          </p:cNvPr>
          <p:cNvSpPr>
            <a:spLocks xmlns:a="http://schemas.openxmlformats.org/drawingml/2006/main" noGrp="1"/>
          </p:cNvSpPr>
          <p:nvPr/>
        </p:nvSpPr>
        <p:spPr>
          <a:xfrm xmlns:a="http://schemas.openxmlformats.org/drawingml/2006/main">
            <a:off x="552450" y="133350"/>
            <a:ext cx="285750" cy="285750"/>
          </a:xfrm>
          <a:prstGeom xmlns:a="http://schemas.openxmlformats.org/drawingml/2006/main" prst="roundRect">
            <a:avLst>
              <a:gd name="adj" fmla="val 26667"/>
            </a:avLst>
          </a:prstGeom>
          <a:solidFill xmlns:a="http://schemas.openxmlformats.org/drawingml/2006/main">
            <a:srgbClr val="14B8A6"/>
          </a:solidFill>
          <a:ln xmlns:a="http://schemas.openxmlformats.org/drawingml/2006/main" w="9525">
            <a:solidFill>
              <a:srgbClr val="14B8A6"/>
            </a:solidFill>
            <a:prstDash val="solid"/>
          </a:ln>
        </p:spPr>
      </p:sp>
      <p:sp>
        <p:nvSpPr>
          <p:cNvPr id="3" name="">
            <a:extLst xmlns:a="http://schemas.openxmlformats.org/drawingml/2006/main">
              <a:ext uri="{FF2B5EF4-FFF2-40B4-BE49-F238E27FC236}">
                <a16:creationId xmlns:a16="http://schemas.microsoft.com/office/drawing/2014/main" id="{A070040A-6247-43FC-87B2-09460740F055}"/>
              </a:ext>
            </a:extLst>
          </p:cNvPr>
          <p:cNvSpPr>
            <a:spLocks xmlns:a="http://schemas.openxmlformats.org/drawingml/2006/main" noGrp="1"/>
          </p:cNvSpPr>
          <p:nvPr/>
        </p:nvSpPr>
        <p:spPr>
          <a:xfrm xmlns:a="http://schemas.openxmlformats.org/drawingml/2006/main">
            <a:off x="552450" y="180975"/>
            <a:ext cx="28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1">
                <a:solidFill>
                  <a:srgbClr val="FFFFFF"/>
                </a:solidFill>
                <a:latin typeface="Arial"/>
                <a:ea typeface="Arial"/>
                <a:cs typeface="Arial"/>
              </a:defRPr>
            </a:pPr>
            <a:r>
              <a:rPr sz="1125" b="1">
                <a:solidFill>
                  <a:srgbClr val="FFFFFF"/>
                </a:solidFill>
                <a:latin typeface="Arial"/>
                <a:ea typeface="Arial"/>
                <a:cs typeface="Arial"/>
              </a:rPr>
              <a:t>U</a:t>
            </a:r>
          </a:p>
        </p:txBody>
      </p:sp>
      <p:sp>
        <p:nvSpPr>
          <p:cNvPr id="4" name="">
            <a:extLst xmlns:a="http://schemas.openxmlformats.org/drawingml/2006/main">
              <a:ext uri="{FF2B5EF4-FFF2-40B4-BE49-F238E27FC236}">
                <a16:creationId xmlns:a16="http://schemas.microsoft.com/office/drawing/2014/main" id="{6AAB698C-0EE8-4632-BDE0-A7E97B07046A}"/>
              </a:ext>
            </a:extLst>
          </p:cNvPr>
          <p:cNvSpPr>
            <a:spLocks xmlns:a="http://schemas.openxmlformats.org/drawingml/2006/main" noGrp="1"/>
          </p:cNvSpPr>
          <p:nvPr/>
        </p:nvSpPr>
        <p:spPr>
          <a:xfrm xmlns:a="http://schemas.openxmlformats.org/drawingml/2006/main">
            <a:off x="990600" y="1905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14B8A6"/>
                </a:solidFill>
                <a:latin typeface="Arial"/>
                <a:ea typeface="Arial"/>
                <a:cs typeface="Arial"/>
              </a:defRPr>
            </a:pPr>
            <a:r>
              <a:rPr sz="900" b="1">
                <a:solidFill>
                  <a:srgbClr val="14B8A6"/>
                </a:solidFill>
                <a:latin typeface="Arial"/>
                <a:ea typeface="Arial"/>
                <a:cs typeface="Arial"/>
              </a:rPr>
              <a:t>UNIFIED PROJECT MANAGEMENT SUITE · LEADERSHIP CONCEPT</a:t>
            </a:r>
          </a:p>
        </p:txBody>
      </p:sp>
      <p:sp>
        <p:nvSpPr>
          <p:cNvPr id="5" name="">
            <a:extLst xmlns:a="http://schemas.openxmlformats.org/drawingml/2006/main">
              <a:ext uri="{FF2B5EF4-FFF2-40B4-BE49-F238E27FC236}">
                <a16:creationId xmlns:a16="http://schemas.microsoft.com/office/drawing/2014/main" id="{EE08D6C6-D1B4-4343-9B56-98BA2EB97E5E}"/>
              </a:ext>
            </a:extLst>
          </p:cNvPr>
          <p:cNvSpPr>
            <a:spLocks xmlns:a="http://schemas.openxmlformats.org/drawingml/2006/main" noGrp="1"/>
          </p:cNvSpPr>
          <p:nvPr/>
        </p:nvSpPr>
        <p:spPr>
          <a:xfrm xmlns:a="http://schemas.openxmlformats.org/drawingml/2006/main">
            <a:off x="11068050" y="19050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00" b="1">
                <a:solidFill>
                  <a:srgbClr val="9FB3C8"/>
                </a:solidFill>
                <a:latin typeface="Arial"/>
                <a:ea typeface="Arial"/>
                <a:cs typeface="Arial"/>
              </a:defRPr>
            </a:pPr>
            <a:r>
              <a:rPr sz="900" b="1">
                <a:solidFill>
                  <a:srgbClr val="9FB3C8"/>
                </a:solidFill>
                <a:latin typeface="Arial"/>
                <a:ea typeface="Arial"/>
                <a:cs typeface="Arial"/>
              </a:rPr>
              <a:t>03</a:t>
            </a:r>
          </a:p>
        </p:txBody>
      </p:sp>
      <p:sp>
        <p:nvSpPr>
          <p:cNvPr id="6" name="">
            <a:extLst xmlns:a="http://schemas.openxmlformats.org/drawingml/2006/main">
              <a:ext uri="{FF2B5EF4-FFF2-40B4-BE49-F238E27FC236}">
                <a16:creationId xmlns:a16="http://schemas.microsoft.com/office/drawing/2014/main" id="{AB0BE284-8663-4D41-BDA9-393A73E02E8C}"/>
              </a:ext>
            </a:extLst>
          </p:cNvPr>
          <p:cNvSpPr>
            <a:spLocks xmlns:a="http://schemas.openxmlformats.org/drawingml/2006/main" noGrp="1"/>
          </p:cNvSpPr>
          <p:nvPr/>
        </p:nvSpPr>
        <p:spPr>
          <a:xfrm xmlns:a="http://schemas.openxmlformats.org/drawingml/2006/main">
            <a:off x="552450" y="781050"/>
            <a:ext cx="10096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3300" b="1">
                <a:solidFill>
                  <a:srgbClr val="F7FAFC"/>
                </a:solidFill>
                <a:latin typeface="Arial"/>
                <a:ea typeface="Arial"/>
                <a:cs typeface="Arial"/>
              </a:defRPr>
            </a:pPr>
            <a:r>
              <a:rPr sz="3300" b="1">
                <a:solidFill>
                  <a:srgbClr val="F7FAFC"/>
                </a:solidFill>
                <a:latin typeface="Arial"/>
                <a:ea typeface="Arial"/>
                <a:cs typeface="Arial"/>
              </a:rPr>
              <a:t>Delivery stays accountable without losing context.</a:t>
            </a:r>
          </a:p>
        </p:txBody>
      </p:sp>
      <p:sp>
        <p:nvSpPr>
          <p:cNvPr id="7" name="">
            <a:extLst xmlns:a="http://schemas.openxmlformats.org/drawingml/2006/main">
              <a:ext uri="{FF2B5EF4-FFF2-40B4-BE49-F238E27FC236}">
                <a16:creationId xmlns:a16="http://schemas.microsoft.com/office/drawing/2014/main" id="{72244947-2322-497A-B62D-F29730027DD9}"/>
              </a:ext>
            </a:extLst>
          </p:cNvPr>
          <p:cNvSpPr>
            <a:spLocks xmlns:a="http://schemas.openxmlformats.org/drawingml/2006/main" noGrp="1"/>
          </p:cNvSpPr>
          <p:nvPr/>
        </p:nvSpPr>
        <p:spPr>
          <a:xfrm xmlns:a="http://schemas.openxmlformats.org/drawingml/2006/main">
            <a:off x="552450" y="1409700"/>
            <a:ext cx="1066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0">
                <a:solidFill>
                  <a:srgbClr val="D9E5EC"/>
                </a:solidFill>
                <a:latin typeface="Arial"/>
                <a:ea typeface="Arial"/>
                <a:cs typeface="Arial"/>
              </a:defRPr>
            </a:pPr>
            <a:r>
              <a:rPr sz="1500" b="0">
                <a:solidFill>
                  <a:srgbClr val="D9E5EC"/>
                </a:solidFill>
                <a:latin typeface="Arial"/>
                <a:ea typeface="Arial"/>
                <a:cs typeface="Arial"/>
              </a:rPr>
              <a:t>Board, backlog, workflow, issue detail, dependencies, risk, evidence, comments, and activity operate as one work record.</a:t>
            </a:r>
          </a:p>
        </p:txBody>
      </p:sp>
      <p:sp>
        <p:nvSpPr>
          <p:cNvPr id="8" name="">
            <a:extLst xmlns:a="http://schemas.openxmlformats.org/drawingml/2006/main">
              <a:ext uri="{FF2B5EF4-FFF2-40B4-BE49-F238E27FC236}">
                <a16:creationId xmlns:a16="http://schemas.microsoft.com/office/drawing/2014/main" id="{C6741968-4A22-4376-AFF6-E4A1CA40F258}"/>
              </a:ext>
            </a:extLst>
          </p:cNvPr>
          <p:cNvSpPr>
            <a:spLocks xmlns:a="http://schemas.openxmlformats.org/drawingml/2006/main" noGrp="1"/>
          </p:cNvSpPr>
          <p:nvPr/>
        </p:nvSpPr>
        <p:spPr>
          <a:xfrm xmlns:a="http://schemas.openxmlformats.org/drawingml/2006/main">
            <a:off x="504825" y="2047875"/>
            <a:ext cx="5600700" cy="3533775"/>
          </a:xfrm>
          <a:prstGeom xmlns:a="http://schemas.openxmlformats.org/drawingml/2006/main" prst="roundRect">
            <a:avLst>
              <a:gd name="adj" fmla="val 3774"/>
            </a:avLst>
          </a:prstGeom>
          <a:solidFill xmlns:a="http://schemas.openxmlformats.org/drawingml/2006/main">
            <a:srgbClr val="112C46"/>
          </a:solidFill>
          <a:ln xmlns:a="http://schemas.openxmlformats.org/drawingml/2006/main" w="9525">
            <a:solidFill>
              <a:srgbClr val="4B5563"/>
            </a:solidFill>
            <a:prstDash val="solid"/>
          </a:ln>
        </p:spPr>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6c2024f37e384207"/>
          <a:stretch xmlns:a="http://schemas.openxmlformats.org/drawingml/2006/main"/>
        </p:blipFill>
        <p:spPr>
          <a:xfrm xmlns:a="http://schemas.openxmlformats.org/drawingml/2006/main">
            <a:off x="554355" y="2095500"/>
            <a:ext cx="5501640" cy="3438525"/>
          </a:xfrm>
          <a:prstGeom xmlns:a="http://schemas.openxmlformats.org/drawingml/2006/main" prst="roundRect">
            <a:avLst>
              <a:gd name="adj" fmla="val 2770"/>
            </a:avLst>
          </a:prstGeom>
        </p:spPr>
      </p:pic>
      <p:sp>
        <p:nvSpPr>
          <p:cNvPr id="10" name="">
            <a:extLst xmlns:a="http://schemas.openxmlformats.org/drawingml/2006/main">
              <a:ext uri="{FF2B5EF4-FFF2-40B4-BE49-F238E27FC236}">
                <a16:creationId xmlns:a16="http://schemas.microsoft.com/office/drawing/2014/main" id="{82A85E8D-83A0-417B-95F2-2C00506CE176}"/>
              </a:ext>
            </a:extLst>
          </p:cNvPr>
          <p:cNvSpPr>
            <a:spLocks xmlns:a="http://schemas.openxmlformats.org/drawingml/2006/main" noGrp="1"/>
          </p:cNvSpPr>
          <p:nvPr/>
        </p:nvSpPr>
        <p:spPr>
          <a:xfrm xmlns:a="http://schemas.openxmlformats.org/drawingml/2006/main">
            <a:off x="6219825" y="2047875"/>
            <a:ext cx="5448300" cy="3533775"/>
          </a:xfrm>
          <a:prstGeom xmlns:a="http://schemas.openxmlformats.org/drawingml/2006/main" prst="roundRect">
            <a:avLst>
              <a:gd name="adj" fmla="val 3774"/>
            </a:avLst>
          </a:prstGeom>
          <a:solidFill xmlns:a="http://schemas.openxmlformats.org/drawingml/2006/main">
            <a:srgbClr val="112C46"/>
          </a:solidFill>
          <a:ln xmlns:a="http://schemas.openxmlformats.org/drawingml/2006/main" w="9525">
            <a:solidFill>
              <a:srgbClr val="4B5563"/>
            </a:solidFill>
            <a:prstDash val="solid"/>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786e24c50d3e499a"/>
          <a:stretch xmlns:a="http://schemas.openxmlformats.org/drawingml/2006/main"/>
        </p:blipFill>
        <p:spPr>
          <a:xfrm xmlns:a="http://schemas.openxmlformats.org/drawingml/2006/main">
            <a:off x="6267450" y="2141934"/>
            <a:ext cx="5353050" cy="3345656"/>
          </a:xfrm>
          <a:prstGeom xmlns:a="http://schemas.openxmlformats.org/drawingml/2006/main" prst="roundRect">
            <a:avLst>
              <a:gd name="adj" fmla="val 2770"/>
            </a:avLst>
          </a:prstGeom>
        </p:spPr>
      </p:pic>
      <p:sp>
        <p:nvSpPr>
          <p:cNvPr id="12" name="">
            <a:extLst xmlns:a="http://schemas.openxmlformats.org/drawingml/2006/main">
              <a:ext uri="{FF2B5EF4-FFF2-40B4-BE49-F238E27FC236}">
                <a16:creationId xmlns:a16="http://schemas.microsoft.com/office/drawing/2014/main" id="{AB418F13-38BE-417D-A4E6-9AA3BA624210}"/>
              </a:ext>
            </a:extLst>
          </p:cNvPr>
          <p:cNvSpPr>
            <a:spLocks xmlns:a="http://schemas.openxmlformats.org/drawingml/2006/main" noGrp="1"/>
          </p:cNvSpPr>
          <p:nvPr/>
        </p:nvSpPr>
        <p:spPr>
          <a:xfrm xmlns:a="http://schemas.openxmlformats.org/drawingml/2006/main">
            <a:off x="552450" y="5753100"/>
            <a:ext cx="228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14B8A6"/>
                </a:solidFill>
                <a:latin typeface="Arial"/>
                <a:ea typeface="Arial"/>
                <a:cs typeface="Arial"/>
              </a:defRPr>
            </a:pPr>
            <a:r>
              <a:rPr sz="900" b="1">
                <a:solidFill>
                  <a:srgbClr val="14B8A6"/>
                </a:solidFill>
                <a:latin typeface="Arial"/>
                <a:ea typeface="Arial"/>
                <a:cs typeface="Arial"/>
              </a:rPr>
              <a:t>SPRINT FLOW</a:t>
            </a:r>
          </a:p>
        </p:txBody>
      </p:sp>
      <p:sp>
        <p:nvSpPr>
          <p:cNvPr id="13" name="">
            <a:extLst xmlns:a="http://schemas.openxmlformats.org/drawingml/2006/main">
              <a:ext uri="{FF2B5EF4-FFF2-40B4-BE49-F238E27FC236}">
                <a16:creationId xmlns:a16="http://schemas.microsoft.com/office/drawing/2014/main" id="{1ED17D15-4C02-4AE6-BF66-3B2B5CC50E94}"/>
              </a:ext>
            </a:extLst>
          </p:cNvPr>
          <p:cNvSpPr>
            <a:spLocks xmlns:a="http://schemas.openxmlformats.org/drawingml/2006/main" noGrp="1"/>
          </p:cNvSpPr>
          <p:nvPr/>
        </p:nvSpPr>
        <p:spPr>
          <a:xfrm xmlns:a="http://schemas.openxmlformats.org/drawingml/2006/main">
            <a:off x="552450" y="5972175"/>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F7FAFC"/>
                </a:solidFill>
                <a:latin typeface="Arial"/>
                <a:ea typeface="Arial"/>
                <a:cs typeface="Arial"/>
              </a:defRPr>
            </a:pPr>
            <a:r>
              <a:rPr sz="1275" b="1">
                <a:solidFill>
                  <a:srgbClr val="F7FAFC"/>
                </a:solidFill>
                <a:latin typeface="Arial"/>
                <a:ea typeface="Arial"/>
                <a:cs typeface="Arial"/>
              </a:rPr>
              <a:t>Move work with drag, controls, or editable status.</a:t>
            </a:r>
          </a:p>
        </p:txBody>
      </p:sp>
      <p:sp>
        <p:nvSpPr>
          <p:cNvPr id="14" name="">
            <a:extLst xmlns:a="http://schemas.openxmlformats.org/drawingml/2006/main">
              <a:ext uri="{FF2B5EF4-FFF2-40B4-BE49-F238E27FC236}">
                <a16:creationId xmlns:a16="http://schemas.microsoft.com/office/drawing/2014/main" id="{8D8BF266-D1CE-4DF2-ABD4-65840E8BFD74}"/>
              </a:ext>
            </a:extLst>
          </p:cNvPr>
          <p:cNvSpPr>
            <a:spLocks xmlns:a="http://schemas.openxmlformats.org/drawingml/2006/main" noGrp="1"/>
          </p:cNvSpPr>
          <p:nvPr/>
        </p:nvSpPr>
        <p:spPr>
          <a:xfrm xmlns:a="http://schemas.openxmlformats.org/drawingml/2006/main">
            <a:off x="6267450" y="5753100"/>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F59E0B"/>
                </a:solidFill>
                <a:latin typeface="Arial"/>
                <a:ea typeface="Arial"/>
                <a:cs typeface="Arial"/>
              </a:defRPr>
            </a:pPr>
            <a:r>
              <a:rPr sz="900" b="1">
                <a:solidFill>
                  <a:srgbClr val="F59E0B"/>
                </a:solidFill>
                <a:latin typeface="Arial"/>
                <a:ea typeface="Arial"/>
                <a:cs typeface="Arial"/>
              </a:rPr>
              <a:t>ACCOUNTABLE DETAIL</a:t>
            </a:r>
          </a:p>
        </p:txBody>
      </p:sp>
      <p:sp>
        <p:nvSpPr>
          <p:cNvPr id="15" name="">
            <a:extLst xmlns:a="http://schemas.openxmlformats.org/drawingml/2006/main">
              <a:ext uri="{FF2B5EF4-FFF2-40B4-BE49-F238E27FC236}">
                <a16:creationId xmlns:a16="http://schemas.microsoft.com/office/drawing/2014/main" id="{9DCE5F41-9169-4FD4-A20B-43C895401469}"/>
              </a:ext>
            </a:extLst>
          </p:cNvPr>
          <p:cNvSpPr>
            <a:spLocks xmlns:a="http://schemas.openxmlformats.org/drawingml/2006/main" noGrp="1"/>
          </p:cNvSpPr>
          <p:nvPr/>
        </p:nvSpPr>
        <p:spPr>
          <a:xfrm xmlns:a="http://schemas.openxmlformats.org/drawingml/2006/main">
            <a:off x="6267450" y="5972175"/>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F7FAFC"/>
                </a:solidFill>
                <a:latin typeface="Arial"/>
                <a:ea typeface="Arial"/>
                <a:cs typeface="Arial"/>
              </a:defRPr>
            </a:pPr>
            <a:r>
              <a:rPr sz="1275" b="1">
                <a:solidFill>
                  <a:srgbClr val="F7FAFC"/>
                </a:solidFill>
                <a:latin typeface="Arial"/>
                <a:ea typeface="Arial"/>
                <a:cs typeface="Arial"/>
              </a:rPr>
              <a:t>Follow a blocker directly to its decision and evidence.</a:t>
            </a:r>
          </a:p>
        </p:txBody>
      </p:sp>
      <p:sp>
        <p:nvSpPr>
          <p:cNvPr id="16" name="">
            <a:extLst xmlns:a="http://schemas.openxmlformats.org/drawingml/2006/main">
              <a:ext uri="{FF2B5EF4-FFF2-40B4-BE49-F238E27FC236}">
                <a16:creationId xmlns:a16="http://schemas.microsoft.com/office/drawing/2014/main" id="{772A34BB-1C6F-4C16-9078-A476CCDA7269}"/>
              </a:ext>
            </a:extLst>
          </p:cNvPr>
          <p:cNvSpPr>
            <a:spLocks xmlns:a="http://schemas.openxmlformats.org/drawingml/2006/main" noGrp="1"/>
          </p:cNvSpPr>
          <p:nvPr/>
        </p:nvSpPr>
        <p:spPr>
          <a:xfrm xmlns:a="http://schemas.openxmlformats.org/drawingml/2006/main">
            <a:off x="552450" y="6486525"/>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a:solidFill>
                  <a:srgbClr val="9FB3C8"/>
                </a:solidFill>
                <a:latin typeface="Arial"/>
                <a:ea typeface="Arial"/>
                <a:cs typeface="Arial"/>
              </a:defRPr>
            </a:pPr>
            <a:r>
              <a:rPr sz="750" b="1">
                <a:solidFill>
                  <a:srgbClr val="9FB3C8"/>
                </a:solidFill>
                <a:latin typeface="Arial"/>
                <a:ea typeface="Arial"/>
                <a:cs typeface="Arial"/>
              </a:rPr>
              <a:t>INTERACTIVE PRODUCT PROTOTYPE - SYNTHETIC DATA - NOT PRODUCTION CAPABILITY</a:t>
            </a:r>
          </a:p>
        </p:txBody>
      </p:sp>
    </p:spTree>
    <p:extLst>
      <p:ext uri="{BB962C8B-B14F-4D97-AF65-F5344CB8AC3E}">
        <p14:creationId xmlns:p14="http://schemas.microsoft.com/office/powerpoint/2010/main" val="115400752"/>
      </p:ext>
    </p:extLst>
  </p:cSld>
</p:sld>
</file>

<file path=ppt/slides/slide4.xml><?xml version="1.0" encoding="utf-8"?>
<p:sld xmlns:p="http://schemas.openxmlformats.org/presentationml/2006/main">
  <p:cSld>
    <p:bg>
      <p:bgPr>
        <a:solidFill xmlns:a="http://schemas.openxmlformats.org/drawingml/2006/main">
          <a:srgbClr val="F3F7F9"/>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8302944-57A0-454D-B060-00775E94E869}"/>
              </a:ext>
            </a:extLst>
          </p:cNvPr>
          <p:cNvSpPr>
            <a:spLocks xmlns:a="http://schemas.openxmlformats.org/drawingml/2006/main" noGrp="1"/>
          </p:cNvSpPr>
          <p:nvPr/>
        </p:nvSpPr>
        <p:spPr>
          <a:xfrm xmlns:a="http://schemas.openxmlformats.org/drawingml/2006/main">
            <a:off x="0" y="0"/>
            <a:ext cx="12192000" cy="552450"/>
          </a:xfrm>
          <a:prstGeom xmlns:a="http://schemas.openxmlformats.org/drawingml/2006/main" prst="rect">
            <a:avLst/>
          </a:prstGeom>
          <a:solidFill xmlns:a="http://schemas.openxmlformats.org/drawingml/2006/main">
            <a:srgbClr val="0B1F3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0915CD7-23A5-42AD-B945-5EBA9EDBDCC6}"/>
              </a:ext>
            </a:extLst>
          </p:cNvPr>
          <p:cNvSpPr>
            <a:spLocks xmlns:a="http://schemas.openxmlformats.org/drawingml/2006/main" noGrp="1"/>
          </p:cNvSpPr>
          <p:nvPr/>
        </p:nvSpPr>
        <p:spPr>
          <a:xfrm xmlns:a="http://schemas.openxmlformats.org/drawingml/2006/main">
            <a:off x="552450" y="133350"/>
            <a:ext cx="285750" cy="285750"/>
          </a:xfrm>
          <a:prstGeom xmlns:a="http://schemas.openxmlformats.org/drawingml/2006/main" prst="roundRect">
            <a:avLst>
              <a:gd name="adj" fmla="val 26667"/>
            </a:avLst>
          </a:prstGeom>
          <a:solidFill xmlns:a="http://schemas.openxmlformats.org/drawingml/2006/main">
            <a:srgbClr val="14B8A6"/>
          </a:solidFill>
          <a:ln xmlns:a="http://schemas.openxmlformats.org/drawingml/2006/main" w="9525">
            <a:solidFill>
              <a:srgbClr val="14B8A6"/>
            </a:solidFill>
            <a:prstDash val="solid"/>
          </a:ln>
        </p:spPr>
      </p:sp>
      <p:sp>
        <p:nvSpPr>
          <p:cNvPr id="3" name="">
            <a:extLst xmlns:a="http://schemas.openxmlformats.org/drawingml/2006/main">
              <a:ext uri="{FF2B5EF4-FFF2-40B4-BE49-F238E27FC236}">
                <a16:creationId xmlns:a16="http://schemas.microsoft.com/office/drawing/2014/main" id="{345A8BBC-EF72-4EF8-9988-4EE62ED95078}"/>
              </a:ext>
            </a:extLst>
          </p:cNvPr>
          <p:cNvSpPr>
            <a:spLocks xmlns:a="http://schemas.openxmlformats.org/drawingml/2006/main" noGrp="1"/>
          </p:cNvSpPr>
          <p:nvPr/>
        </p:nvSpPr>
        <p:spPr>
          <a:xfrm xmlns:a="http://schemas.openxmlformats.org/drawingml/2006/main">
            <a:off x="552450" y="180975"/>
            <a:ext cx="28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1">
                <a:solidFill>
                  <a:srgbClr val="FFFFFF"/>
                </a:solidFill>
                <a:latin typeface="Arial"/>
                <a:ea typeface="Arial"/>
                <a:cs typeface="Arial"/>
              </a:defRPr>
            </a:pPr>
            <a:r>
              <a:rPr sz="1125" b="1">
                <a:solidFill>
                  <a:srgbClr val="FFFFFF"/>
                </a:solidFill>
                <a:latin typeface="Arial"/>
                <a:ea typeface="Arial"/>
                <a:cs typeface="Arial"/>
              </a:rPr>
              <a:t>U</a:t>
            </a:r>
          </a:p>
        </p:txBody>
      </p:sp>
      <p:sp>
        <p:nvSpPr>
          <p:cNvPr id="4" name="">
            <a:extLst xmlns:a="http://schemas.openxmlformats.org/drawingml/2006/main">
              <a:ext uri="{FF2B5EF4-FFF2-40B4-BE49-F238E27FC236}">
                <a16:creationId xmlns:a16="http://schemas.microsoft.com/office/drawing/2014/main" id="{09A6F57B-5733-44F4-B132-ED3A7C7329AF}"/>
              </a:ext>
            </a:extLst>
          </p:cNvPr>
          <p:cNvSpPr>
            <a:spLocks xmlns:a="http://schemas.openxmlformats.org/drawingml/2006/main" noGrp="1"/>
          </p:cNvSpPr>
          <p:nvPr/>
        </p:nvSpPr>
        <p:spPr>
          <a:xfrm xmlns:a="http://schemas.openxmlformats.org/drawingml/2006/main">
            <a:off x="990600" y="1905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14B8A6"/>
                </a:solidFill>
                <a:latin typeface="Arial"/>
                <a:ea typeface="Arial"/>
                <a:cs typeface="Arial"/>
              </a:defRPr>
            </a:pPr>
            <a:r>
              <a:rPr sz="900" b="1">
                <a:solidFill>
                  <a:srgbClr val="14B8A6"/>
                </a:solidFill>
                <a:latin typeface="Arial"/>
                <a:ea typeface="Arial"/>
                <a:cs typeface="Arial"/>
              </a:rPr>
              <a:t>UNIFIED PROJECT MANAGEMENT SUITE · LEADERSHIP CONCEPT</a:t>
            </a:r>
          </a:p>
        </p:txBody>
      </p:sp>
      <p:sp>
        <p:nvSpPr>
          <p:cNvPr id="5" name="">
            <a:extLst xmlns:a="http://schemas.openxmlformats.org/drawingml/2006/main">
              <a:ext uri="{FF2B5EF4-FFF2-40B4-BE49-F238E27FC236}">
                <a16:creationId xmlns:a16="http://schemas.microsoft.com/office/drawing/2014/main" id="{4620BED2-AEE7-4ABB-8204-5747EC80D034}"/>
              </a:ext>
            </a:extLst>
          </p:cNvPr>
          <p:cNvSpPr>
            <a:spLocks xmlns:a="http://schemas.openxmlformats.org/drawingml/2006/main" noGrp="1"/>
          </p:cNvSpPr>
          <p:nvPr/>
        </p:nvSpPr>
        <p:spPr>
          <a:xfrm xmlns:a="http://schemas.openxmlformats.org/drawingml/2006/main">
            <a:off x="11068050" y="19050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00" b="1">
                <a:solidFill>
                  <a:srgbClr val="9FB3C8"/>
                </a:solidFill>
                <a:latin typeface="Arial"/>
                <a:ea typeface="Arial"/>
                <a:cs typeface="Arial"/>
              </a:defRPr>
            </a:pPr>
            <a:r>
              <a:rPr sz="900" b="1">
                <a:solidFill>
                  <a:srgbClr val="9FB3C8"/>
                </a:solidFill>
                <a:latin typeface="Arial"/>
                <a:ea typeface="Arial"/>
                <a:cs typeface="Arial"/>
              </a:rPr>
              <a:t>04</a:t>
            </a:r>
          </a:p>
        </p:txBody>
      </p:sp>
      <p:sp>
        <p:nvSpPr>
          <p:cNvPr id="6" name="">
            <a:extLst xmlns:a="http://schemas.openxmlformats.org/drawingml/2006/main">
              <a:ext uri="{FF2B5EF4-FFF2-40B4-BE49-F238E27FC236}">
                <a16:creationId xmlns:a16="http://schemas.microsoft.com/office/drawing/2014/main" id="{29974D73-9817-48B6-95D7-61F853B19B41}"/>
              </a:ext>
            </a:extLst>
          </p:cNvPr>
          <p:cNvSpPr>
            <a:spLocks xmlns:a="http://schemas.openxmlformats.org/drawingml/2006/main" noGrp="1"/>
          </p:cNvSpPr>
          <p:nvPr/>
        </p:nvSpPr>
        <p:spPr>
          <a:xfrm xmlns:a="http://schemas.openxmlformats.org/drawingml/2006/main">
            <a:off x="552450" y="781050"/>
            <a:ext cx="110871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3300" b="1">
                <a:solidFill>
                  <a:srgbClr val="0B1F33"/>
                </a:solidFill>
                <a:latin typeface="Arial"/>
                <a:ea typeface="Arial"/>
                <a:cs typeface="Arial"/>
              </a:defRPr>
            </a:pPr>
            <a:r>
              <a:rPr sz="3300" b="1">
                <a:solidFill>
                  <a:srgbClr val="0B1F33"/>
                </a:solidFill>
                <a:latin typeface="Arial"/>
                <a:ea typeface="Arial"/>
                <a:cs typeface="Arial"/>
              </a:rPr>
              <a:t>Knowledge remains a living part of delivery.</a:t>
            </a:r>
          </a:p>
        </p:txBody>
      </p:sp>
      <p:sp>
        <p:nvSpPr>
          <p:cNvPr id="7" name="">
            <a:extLst xmlns:a="http://schemas.openxmlformats.org/drawingml/2006/main">
              <a:ext uri="{FF2B5EF4-FFF2-40B4-BE49-F238E27FC236}">
                <a16:creationId xmlns:a16="http://schemas.microsoft.com/office/drawing/2014/main" id="{AE894FDD-B3FD-428B-89BF-D86987EA12D3}"/>
              </a:ext>
            </a:extLst>
          </p:cNvPr>
          <p:cNvSpPr>
            <a:spLocks xmlns:a="http://schemas.openxmlformats.org/drawingml/2006/main" noGrp="1"/>
          </p:cNvSpPr>
          <p:nvPr/>
        </p:nvSpPr>
        <p:spPr>
          <a:xfrm xmlns:a="http://schemas.openxmlformats.org/drawingml/2006/main">
            <a:off x="552450" y="1409700"/>
            <a:ext cx="10572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0">
                <a:solidFill>
                  <a:srgbClr val="627D98"/>
                </a:solidFill>
                <a:latin typeface="Arial"/>
                <a:ea typeface="Arial"/>
                <a:cs typeface="Arial"/>
              </a:defRPr>
            </a:pPr>
            <a:r>
              <a:rPr sz="1500" b="0">
                <a:solidFill>
                  <a:srgbClr val="627D98"/>
                </a:solidFill>
                <a:latin typeface="Arial"/>
                <a:ea typeface="Arial"/>
                <a:cs typeface="Arial"/>
              </a:rPr>
              <a:t>The Confluence-style page is governed, versioned, searchable, and directly linked to decisions, work, risk, comments, and evidence.</a:t>
            </a:r>
          </a:p>
        </p:txBody>
      </p:sp>
      <p:sp>
        <p:nvSpPr>
          <p:cNvPr id="8" name="">
            <a:extLst xmlns:a="http://schemas.openxmlformats.org/drawingml/2006/main">
              <a:ext uri="{FF2B5EF4-FFF2-40B4-BE49-F238E27FC236}">
                <a16:creationId xmlns:a16="http://schemas.microsoft.com/office/drawing/2014/main" id="{94E23739-F424-4437-92F0-AEF5CDB88080}"/>
              </a:ext>
            </a:extLst>
          </p:cNvPr>
          <p:cNvSpPr>
            <a:spLocks xmlns:a="http://schemas.openxmlformats.org/drawingml/2006/main" noGrp="1"/>
          </p:cNvSpPr>
          <p:nvPr/>
        </p:nvSpPr>
        <p:spPr>
          <a:xfrm xmlns:a="http://schemas.openxmlformats.org/drawingml/2006/main">
            <a:off x="885825" y="2047875"/>
            <a:ext cx="10420350" cy="4133850"/>
          </a:xfrm>
          <a:prstGeom xmlns:a="http://schemas.openxmlformats.org/drawingml/2006/main" prst="roundRect">
            <a:avLst>
              <a:gd name="adj" fmla="val 3226"/>
            </a:avLst>
          </a:prstGeom>
          <a:solidFill xmlns:a="http://schemas.openxmlformats.org/drawingml/2006/main">
            <a:srgbClr val="FFFFFF"/>
          </a:solidFill>
          <a:ln xmlns:a="http://schemas.openxmlformats.org/drawingml/2006/main" w="9525">
            <a:solidFill>
              <a:srgbClr val="C9D7E3"/>
            </a:solidFill>
            <a:prstDash val="solid"/>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bc4877ee7c704b05"/>
          <a:stretch xmlns:a="http://schemas.openxmlformats.org/drawingml/2006/main"/>
        </p:blipFill>
        <p:spPr>
          <a:xfrm xmlns:a="http://schemas.openxmlformats.org/drawingml/2006/main">
            <a:off x="2865120" y="2095500"/>
            <a:ext cx="6461760" cy="4038600"/>
          </a:xfrm>
          <a:prstGeom xmlns:a="http://schemas.openxmlformats.org/drawingml/2006/main" prst="roundRect">
            <a:avLst>
              <a:gd name="adj" fmla="val 2358"/>
            </a:avLst>
          </a:prstGeom>
        </p:spPr>
      </p:pic>
      <p:sp>
        <p:nvSpPr>
          <p:cNvPr id="10" name="">
            <a:extLst xmlns:a="http://schemas.openxmlformats.org/drawingml/2006/main">
              <a:ext uri="{FF2B5EF4-FFF2-40B4-BE49-F238E27FC236}">
                <a16:creationId xmlns:a16="http://schemas.microsoft.com/office/drawing/2014/main" id="{EFB95F14-FB70-4661-B8D7-6FDC35AB09E8}"/>
              </a:ext>
            </a:extLst>
          </p:cNvPr>
          <p:cNvSpPr>
            <a:spLocks xmlns:a="http://schemas.openxmlformats.org/drawingml/2006/main" noGrp="1"/>
          </p:cNvSpPr>
          <p:nvPr/>
        </p:nvSpPr>
        <p:spPr>
          <a:xfrm xmlns:a="http://schemas.openxmlformats.org/drawingml/2006/main">
            <a:off x="552450" y="6486525"/>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a:solidFill>
                  <a:srgbClr val="627D98"/>
                </a:solidFill>
                <a:latin typeface="Arial"/>
                <a:ea typeface="Arial"/>
                <a:cs typeface="Arial"/>
              </a:defRPr>
            </a:pPr>
            <a:r>
              <a:rPr sz="750" b="1">
                <a:solidFill>
                  <a:srgbClr val="627D98"/>
                </a:solidFill>
                <a:latin typeface="Arial"/>
                <a:ea typeface="Arial"/>
                <a:cs typeface="Arial"/>
              </a:rPr>
              <a:t>INTERACTIVE PRODUCT PROTOTYPE - SYNTHETIC DATA - NOT PRODUCTION CAPABILITY</a:t>
            </a:r>
          </a:p>
        </p:txBody>
      </p:sp>
    </p:spTree>
    <p:extLst>
      <p:ext uri="{BB962C8B-B14F-4D97-AF65-F5344CB8AC3E}">
        <p14:creationId xmlns:p14="http://schemas.microsoft.com/office/powerpoint/2010/main" val="1820275216"/>
      </p:ext>
    </p:extLst>
  </p:cSld>
</p:sld>
</file>

<file path=ppt/slides/slide5.xml><?xml version="1.0" encoding="utf-8"?>
<p:sld xmlns:p="http://schemas.openxmlformats.org/presentationml/2006/main">
  <p:cSld>
    <p:bg>
      <p:bgPr>
        <a:solidFill xmlns:a="http://schemas.openxmlformats.org/drawingml/2006/main">
          <a:srgbClr val="F3F7F9"/>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56B95F65-5267-4B3F-BE5A-6106BB9BB4A2}"/>
              </a:ext>
            </a:extLst>
          </p:cNvPr>
          <p:cNvSpPr>
            <a:spLocks xmlns:a="http://schemas.openxmlformats.org/drawingml/2006/main" noGrp="1"/>
          </p:cNvSpPr>
          <p:nvPr/>
        </p:nvSpPr>
        <p:spPr>
          <a:xfrm xmlns:a="http://schemas.openxmlformats.org/drawingml/2006/main">
            <a:off x="0" y="0"/>
            <a:ext cx="12192000" cy="552450"/>
          </a:xfrm>
          <a:prstGeom xmlns:a="http://schemas.openxmlformats.org/drawingml/2006/main" prst="rect">
            <a:avLst/>
          </a:prstGeom>
          <a:solidFill xmlns:a="http://schemas.openxmlformats.org/drawingml/2006/main">
            <a:srgbClr val="0B1F3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0B95ED1-4413-4462-92A0-C83A41F7E3ED}"/>
              </a:ext>
            </a:extLst>
          </p:cNvPr>
          <p:cNvSpPr>
            <a:spLocks xmlns:a="http://schemas.openxmlformats.org/drawingml/2006/main" noGrp="1"/>
          </p:cNvSpPr>
          <p:nvPr/>
        </p:nvSpPr>
        <p:spPr>
          <a:xfrm xmlns:a="http://schemas.openxmlformats.org/drawingml/2006/main">
            <a:off x="552450" y="133350"/>
            <a:ext cx="285750" cy="285750"/>
          </a:xfrm>
          <a:prstGeom xmlns:a="http://schemas.openxmlformats.org/drawingml/2006/main" prst="roundRect">
            <a:avLst>
              <a:gd name="adj" fmla="val 26667"/>
            </a:avLst>
          </a:prstGeom>
          <a:solidFill xmlns:a="http://schemas.openxmlformats.org/drawingml/2006/main">
            <a:srgbClr val="14B8A6"/>
          </a:solidFill>
          <a:ln xmlns:a="http://schemas.openxmlformats.org/drawingml/2006/main" w="9525">
            <a:solidFill>
              <a:srgbClr val="14B8A6"/>
            </a:solidFill>
            <a:prstDash val="solid"/>
          </a:ln>
        </p:spPr>
      </p:sp>
      <p:sp>
        <p:nvSpPr>
          <p:cNvPr id="3" name="">
            <a:extLst xmlns:a="http://schemas.openxmlformats.org/drawingml/2006/main">
              <a:ext uri="{FF2B5EF4-FFF2-40B4-BE49-F238E27FC236}">
                <a16:creationId xmlns:a16="http://schemas.microsoft.com/office/drawing/2014/main" id="{E04F4FCD-490A-4945-80A0-8B311A85BEC1}"/>
              </a:ext>
            </a:extLst>
          </p:cNvPr>
          <p:cNvSpPr>
            <a:spLocks xmlns:a="http://schemas.openxmlformats.org/drawingml/2006/main" noGrp="1"/>
          </p:cNvSpPr>
          <p:nvPr/>
        </p:nvSpPr>
        <p:spPr>
          <a:xfrm xmlns:a="http://schemas.openxmlformats.org/drawingml/2006/main">
            <a:off x="552450" y="180975"/>
            <a:ext cx="28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1">
                <a:solidFill>
                  <a:srgbClr val="FFFFFF"/>
                </a:solidFill>
                <a:latin typeface="Arial"/>
                <a:ea typeface="Arial"/>
                <a:cs typeface="Arial"/>
              </a:defRPr>
            </a:pPr>
            <a:r>
              <a:rPr sz="1125" b="1">
                <a:solidFill>
                  <a:srgbClr val="FFFFFF"/>
                </a:solidFill>
                <a:latin typeface="Arial"/>
                <a:ea typeface="Arial"/>
                <a:cs typeface="Arial"/>
              </a:rPr>
              <a:t>U</a:t>
            </a:r>
          </a:p>
        </p:txBody>
      </p:sp>
      <p:sp>
        <p:nvSpPr>
          <p:cNvPr id="4" name="">
            <a:extLst xmlns:a="http://schemas.openxmlformats.org/drawingml/2006/main">
              <a:ext uri="{FF2B5EF4-FFF2-40B4-BE49-F238E27FC236}">
                <a16:creationId xmlns:a16="http://schemas.microsoft.com/office/drawing/2014/main" id="{162BCB00-8295-4D15-8BAF-9137307EDD8C}"/>
              </a:ext>
            </a:extLst>
          </p:cNvPr>
          <p:cNvSpPr>
            <a:spLocks xmlns:a="http://schemas.openxmlformats.org/drawingml/2006/main" noGrp="1"/>
          </p:cNvSpPr>
          <p:nvPr/>
        </p:nvSpPr>
        <p:spPr>
          <a:xfrm xmlns:a="http://schemas.openxmlformats.org/drawingml/2006/main">
            <a:off x="990600" y="1905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14B8A6"/>
                </a:solidFill>
                <a:latin typeface="Arial"/>
                <a:ea typeface="Arial"/>
                <a:cs typeface="Arial"/>
              </a:defRPr>
            </a:pPr>
            <a:r>
              <a:rPr sz="900" b="1">
                <a:solidFill>
                  <a:srgbClr val="14B8A6"/>
                </a:solidFill>
                <a:latin typeface="Arial"/>
                <a:ea typeface="Arial"/>
                <a:cs typeface="Arial"/>
              </a:rPr>
              <a:t>UNIFIED PROJECT MANAGEMENT SUITE · LEADERSHIP CONCEPT</a:t>
            </a:r>
          </a:p>
        </p:txBody>
      </p:sp>
      <p:sp>
        <p:nvSpPr>
          <p:cNvPr id="5" name="">
            <a:extLst xmlns:a="http://schemas.openxmlformats.org/drawingml/2006/main">
              <a:ext uri="{FF2B5EF4-FFF2-40B4-BE49-F238E27FC236}">
                <a16:creationId xmlns:a16="http://schemas.microsoft.com/office/drawing/2014/main" id="{84B0FAED-8E52-4F47-973E-4156A4411D9C}"/>
              </a:ext>
            </a:extLst>
          </p:cNvPr>
          <p:cNvSpPr>
            <a:spLocks xmlns:a="http://schemas.openxmlformats.org/drawingml/2006/main" noGrp="1"/>
          </p:cNvSpPr>
          <p:nvPr/>
        </p:nvSpPr>
        <p:spPr>
          <a:xfrm xmlns:a="http://schemas.openxmlformats.org/drawingml/2006/main">
            <a:off x="11068050" y="19050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00" b="1">
                <a:solidFill>
                  <a:srgbClr val="9FB3C8"/>
                </a:solidFill>
                <a:latin typeface="Arial"/>
                <a:ea typeface="Arial"/>
                <a:cs typeface="Arial"/>
              </a:defRPr>
            </a:pPr>
            <a:r>
              <a:rPr sz="900" b="1">
                <a:solidFill>
                  <a:srgbClr val="9FB3C8"/>
                </a:solidFill>
                <a:latin typeface="Arial"/>
                <a:ea typeface="Arial"/>
                <a:cs typeface="Arial"/>
              </a:rPr>
              <a:t>05</a:t>
            </a:r>
          </a:p>
        </p:txBody>
      </p:sp>
      <p:sp>
        <p:nvSpPr>
          <p:cNvPr id="6" name="">
            <a:extLst xmlns:a="http://schemas.openxmlformats.org/drawingml/2006/main">
              <a:ext uri="{FF2B5EF4-FFF2-40B4-BE49-F238E27FC236}">
                <a16:creationId xmlns:a16="http://schemas.microsoft.com/office/drawing/2014/main" id="{5AA16CC7-E67C-4FE8-BE65-4AD501E04DA7}"/>
              </a:ext>
            </a:extLst>
          </p:cNvPr>
          <p:cNvSpPr>
            <a:spLocks xmlns:a="http://schemas.openxmlformats.org/drawingml/2006/main" noGrp="1"/>
          </p:cNvSpPr>
          <p:nvPr/>
        </p:nvSpPr>
        <p:spPr>
          <a:xfrm xmlns:a="http://schemas.openxmlformats.org/drawingml/2006/main">
            <a:off x="552450" y="781050"/>
            <a:ext cx="110871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3300" b="1">
                <a:solidFill>
                  <a:srgbClr val="0B1F33"/>
                </a:solidFill>
                <a:latin typeface="Arial"/>
                <a:ea typeface="Arial"/>
                <a:cs typeface="Arial"/>
              </a:defRPr>
            </a:pPr>
            <a:r>
              <a:rPr sz="3300" b="1">
                <a:solidFill>
                  <a:srgbClr val="0B1F33"/>
                </a:solidFill>
                <a:latin typeface="Arial"/>
                <a:ea typeface="Arial"/>
                <a:cs typeface="Arial"/>
              </a:rPr>
              <a:t>One decision updates the operating picture.</a:t>
            </a:r>
          </a:p>
        </p:txBody>
      </p:sp>
      <p:sp>
        <p:nvSpPr>
          <p:cNvPr id="7" name="">
            <a:extLst xmlns:a="http://schemas.openxmlformats.org/drawingml/2006/main">
              <a:ext uri="{FF2B5EF4-FFF2-40B4-BE49-F238E27FC236}">
                <a16:creationId xmlns:a16="http://schemas.microsoft.com/office/drawing/2014/main" id="{C7EBD13A-3193-4B1E-861C-B5FA8D81D777}"/>
              </a:ext>
            </a:extLst>
          </p:cNvPr>
          <p:cNvSpPr>
            <a:spLocks xmlns:a="http://schemas.openxmlformats.org/drawingml/2006/main" noGrp="1"/>
          </p:cNvSpPr>
          <p:nvPr/>
        </p:nvSpPr>
        <p:spPr>
          <a:xfrm xmlns:a="http://schemas.openxmlformats.org/drawingml/2006/main">
            <a:off x="552450" y="140970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0">
                <a:solidFill>
                  <a:srgbClr val="627D98"/>
                </a:solidFill>
                <a:latin typeface="Arial"/>
                <a:ea typeface="Arial"/>
                <a:cs typeface="Arial"/>
              </a:defRPr>
            </a:pPr>
            <a:r>
              <a:rPr sz="1500" b="0">
                <a:solidFill>
                  <a:srgbClr val="627D98"/>
                </a:solidFill>
                <a:latin typeface="Arial"/>
                <a:ea typeface="Arial"/>
                <a:cs typeface="Arial"/>
              </a:rPr>
              <a:t>Approval is not a note. It changes execution, schedule, risk, history, knowledge, notifications, and briefing facts together.</a:t>
            </a:r>
          </a:p>
        </p:txBody>
      </p:sp>
      <p:sp>
        <p:nvSpPr>
          <p:cNvPr id="8" name="">
            <a:extLst xmlns:a="http://schemas.openxmlformats.org/drawingml/2006/main">
              <a:ext uri="{FF2B5EF4-FFF2-40B4-BE49-F238E27FC236}">
                <a16:creationId xmlns:a16="http://schemas.microsoft.com/office/drawing/2014/main" id="{25E1B109-B817-4422-8F25-51E72FC718D3}"/>
              </a:ext>
            </a:extLst>
          </p:cNvPr>
          <p:cNvSpPr>
            <a:spLocks xmlns:a="http://schemas.openxmlformats.org/drawingml/2006/main" noGrp="1"/>
          </p:cNvSpPr>
          <p:nvPr/>
        </p:nvSpPr>
        <p:spPr>
          <a:xfrm xmlns:a="http://schemas.openxmlformats.org/drawingml/2006/main">
            <a:off x="552450" y="2057400"/>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8F2530"/>
                </a:solidFill>
                <a:latin typeface="Arial"/>
                <a:ea typeface="Arial"/>
                <a:cs typeface="Arial"/>
              </a:defRPr>
            </a:pPr>
            <a:r>
              <a:rPr sz="900" b="1">
                <a:solidFill>
                  <a:srgbClr val="8F2530"/>
                </a:solidFill>
                <a:latin typeface="Arial"/>
                <a:ea typeface="Arial"/>
                <a:cs typeface="Arial"/>
              </a:rPr>
              <a:t>BEFORE</a:t>
            </a:r>
          </a:p>
        </p:txBody>
      </p:sp>
      <p:sp>
        <p:nvSpPr>
          <p:cNvPr id="9" name="">
            <a:extLst xmlns:a="http://schemas.openxmlformats.org/drawingml/2006/main">
              <a:ext uri="{FF2B5EF4-FFF2-40B4-BE49-F238E27FC236}">
                <a16:creationId xmlns:a16="http://schemas.microsoft.com/office/drawing/2014/main" id="{577FF635-B036-4F7C-9B5A-FB763094EEC2}"/>
              </a:ext>
            </a:extLst>
          </p:cNvPr>
          <p:cNvSpPr>
            <a:spLocks xmlns:a="http://schemas.openxmlformats.org/drawingml/2006/main" noGrp="1"/>
          </p:cNvSpPr>
          <p:nvPr/>
        </p:nvSpPr>
        <p:spPr>
          <a:xfrm xmlns:a="http://schemas.openxmlformats.org/drawingml/2006/main">
            <a:off x="6515100" y="2057400"/>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13795B"/>
                </a:solidFill>
                <a:latin typeface="Arial"/>
                <a:ea typeface="Arial"/>
                <a:cs typeface="Arial"/>
              </a:defRPr>
            </a:pPr>
            <a:r>
              <a:rPr sz="900" b="1">
                <a:solidFill>
                  <a:srgbClr val="13795B"/>
                </a:solidFill>
                <a:latin typeface="Arial"/>
                <a:ea typeface="Arial"/>
                <a:cs typeface="Arial"/>
              </a:rPr>
              <a:t>AFTER</a:t>
            </a:r>
          </a:p>
        </p:txBody>
      </p:sp>
      <p:sp>
        <p:nvSpPr>
          <p:cNvPr id="10" name="">
            <a:extLst xmlns:a="http://schemas.openxmlformats.org/drawingml/2006/main">
              <a:ext uri="{FF2B5EF4-FFF2-40B4-BE49-F238E27FC236}">
                <a16:creationId xmlns:a16="http://schemas.microsoft.com/office/drawing/2014/main" id="{058AB21F-658C-4410-A395-48BE771282C9}"/>
              </a:ext>
            </a:extLst>
          </p:cNvPr>
          <p:cNvSpPr>
            <a:spLocks xmlns:a="http://schemas.openxmlformats.org/drawingml/2006/main" noGrp="1"/>
          </p:cNvSpPr>
          <p:nvPr/>
        </p:nvSpPr>
        <p:spPr>
          <a:xfrm xmlns:a="http://schemas.openxmlformats.org/drawingml/2006/main">
            <a:off x="504825" y="2314575"/>
            <a:ext cx="5334000" cy="3371850"/>
          </a:xfrm>
          <a:prstGeom xmlns:a="http://schemas.openxmlformats.org/drawingml/2006/main" prst="roundRect">
            <a:avLst>
              <a:gd name="adj" fmla="val 3955"/>
            </a:avLst>
          </a:prstGeom>
          <a:solidFill xmlns:a="http://schemas.openxmlformats.org/drawingml/2006/main">
            <a:srgbClr val="FFFFFF"/>
          </a:solidFill>
          <a:ln xmlns:a="http://schemas.openxmlformats.org/drawingml/2006/main" w="9525">
            <a:solidFill>
              <a:srgbClr val="C9D7E3"/>
            </a:solidFill>
            <a:prstDash val="solid"/>
          </a:ln>
        </p:spPr>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48b6b644a0184183"/>
          <a:stretch xmlns:a="http://schemas.openxmlformats.org/drawingml/2006/main"/>
        </p:blipFill>
        <p:spPr>
          <a:xfrm xmlns:a="http://schemas.openxmlformats.org/drawingml/2006/main">
            <a:off x="552450" y="2363391"/>
            <a:ext cx="5238750" cy="3274219"/>
          </a:xfrm>
          <a:prstGeom xmlns:a="http://schemas.openxmlformats.org/drawingml/2006/main" prst="roundRect">
            <a:avLst>
              <a:gd name="adj" fmla="val 2907"/>
            </a:avLst>
          </a:prstGeom>
        </p:spPr>
      </p:pic>
      <p:sp>
        <p:nvSpPr>
          <p:cNvPr id="12" name="">
            <a:extLst xmlns:a="http://schemas.openxmlformats.org/drawingml/2006/main">
              <a:ext uri="{FF2B5EF4-FFF2-40B4-BE49-F238E27FC236}">
                <a16:creationId xmlns:a16="http://schemas.microsoft.com/office/drawing/2014/main" id="{C178B09F-A27B-4EF9-87AB-1D900B2BBA5D}"/>
              </a:ext>
            </a:extLst>
          </p:cNvPr>
          <p:cNvSpPr>
            <a:spLocks xmlns:a="http://schemas.openxmlformats.org/drawingml/2006/main" noGrp="1"/>
          </p:cNvSpPr>
          <p:nvPr/>
        </p:nvSpPr>
        <p:spPr>
          <a:xfrm xmlns:a="http://schemas.openxmlformats.org/drawingml/2006/main">
            <a:off x="5867400" y="3581400"/>
            <a:ext cx="571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3300" b="1">
                <a:solidFill>
                  <a:srgbClr val="14B8A6"/>
                </a:solidFill>
                <a:latin typeface="Arial"/>
                <a:ea typeface="Arial"/>
                <a:cs typeface="Arial"/>
              </a:defRPr>
            </a:pPr>
            <a:r>
              <a:rPr sz="3300" b="1">
                <a:solidFill>
                  <a:srgbClr val="14B8A6"/>
                </a:solidFill>
                <a:latin typeface="Arial"/>
                <a:ea typeface="Arial"/>
                <a:cs typeface="Arial"/>
              </a:rPr>
              <a:t>→</a:t>
            </a:r>
          </a:p>
        </p:txBody>
      </p:sp>
      <p:sp>
        <p:nvSpPr>
          <p:cNvPr id="13" name="">
            <a:extLst xmlns:a="http://schemas.openxmlformats.org/drawingml/2006/main">
              <a:ext uri="{FF2B5EF4-FFF2-40B4-BE49-F238E27FC236}">
                <a16:creationId xmlns:a16="http://schemas.microsoft.com/office/drawing/2014/main" id="{BBF8CE00-D5DD-4B0A-AE36-11FCE62B767C}"/>
              </a:ext>
            </a:extLst>
          </p:cNvPr>
          <p:cNvSpPr>
            <a:spLocks xmlns:a="http://schemas.openxmlformats.org/drawingml/2006/main" noGrp="1"/>
          </p:cNvSpPr>
          <p:nvPr/>
        </p:nvSpPr>
        <p:spPr>
          <a:xfrm xmlns:a="http://schemas.openxmlformats.org/drawingml/2006/main">
            <a:off x="6467475" y="2314575"/>
            <a:ext cx="5219700" cy="3371850"/>
          </a:xfrm>
          <a:prstGeom xmlns:a="http://schemas.openxmlformats.org/drawingml/2006/main" prst="roundRect">
            <a:avLst>
              <a:gd name="adj" fmla="val 3955"/>
            </a:avLst>
          </a:prstGeom>
          <a:solidFill xmlns:a="http://schemas.openxmlformats.org/drawingml/2006/main">
            <a:srgbClr val="FFFFFF"/>
          </a:solidFill>
          <a:ln xmlns:a="http://schemas.openxmlformats.org/drawingml/2006/main" w="9525">
            <a:solidFill>
              <a:srgbClr val="C9D7E3"/>
            </a:solidFill>
            <a:prstDash val="solid"/>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691fcbd70b784596"/>
          <a:stretch xmlns:a="http://schemas.openxmlformats.org/drawingml/2006/main"/>
        </p:blipFill>
        <p:spPr>
          <a:xfrm xmlns:a="http://schemas.openxmlformats.org/drawingml/2006/main">
            <a:off x="6515100" y="2399109"/>
            <a:ext cx="5124450" cy="3202781"/>
          </a:xfrm>
          <a:prstGeom xmlns:a="http://schemas.openxmlformats.org/drawingml/2006/main" prst="roundRect">
            <a:avLst>
              <a:gd name="adj" fmla="val 2907"/>
            </a:avLst>
          </a:prstGeom>
        </p:spPr>
      </p:pic>
      <p:sp>
        <p:nvSpPr>
          <p:cNvPr id="15" name="">
            <a:extLst xmlns:a="http://schemas.openxmlformats.org/drawingml/2006/main">
              <a:ext uri="{FF2B5EF4-FFF2-40B4-BE49-F238E27FC236}">
                <a16:creationId xmlns:a16="http://schemas.microsoft.com/office/drawing/2014/main" id="{1E076333-32E7-4C2D-BF16-19792AB66EAE}"/>
              </a:ext>
            </a:extLst>
          </p:cNvPr>
          <p:cNvSpPr>
            <a:spLocks xmlns:a="http://schemas.openxmlformats.org/drawingml/2006/main" noGrp="1"/>
          </p:cNvSpPr>
          <p:nvPr/>
        </p:nvSpPr>
        <p:spPr>
          <a:xfrm xmlns:a="http://schemas.openxmlformats.org/drawingml/2006/main">
            <a:off x="552450" y="5867400"/>
            <a:ext cx="523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75" b="1">
                <a:solidFill>
                  <a:srgbClr val="8F2530"/>
                </a:solidFill>
                <a:latin typeface="Arial"/>
                <a:ea typeface="Arial"/>
                <a:cs typeface="Arial"/>
              </a:defRPr>
            </a:pPr>
            <a:r>
              <a:rPr sz="1575" b="1">
                <a:solidFill>
                  <a:srgbClr val="8F2530"/>
                </a:solidFill>
                <a:latin typeface="Arial"/>
                <a:ea typeface="Arial"/>
                <a:cs typeface="Arial"/>
              </a:rPr>
              <a:t>6 blocked · 23 Sep · 16/25</a:t>
            </a:r>
          </a:p>
        </p:txBody>
      </p:sp>
      <p:sp>
        <p:nvSpPr>
          <p:cNvPr id="16" name="">
            <a:extLst xmlns:a="http://schemas.openxmlformats.org/drawingml/2006/main">
              <a:ext uri="{FF2B5EF4-FFF2-40B4-BE49-F238E27FC236}">
                <a16:creationId xmlns:a16="http://schemas.microsoft.com/office/drawing/2014/main" id="{4D48494B-9C11-4103-806F-92DC0F7C4FB9}"/>
              </a:ext>
            </a:extLst>
          </p:cNvPr>
          <p:cNvSpPr>
            <a:spLocks xmlns:a="http://schemas.openxmlformats.org/drawingml/2006/main" noGrp="1"/>
          </p:cNvSpPr>
          <p:nvPr/>
        </p:nvSpPr>
        <p:spPr>
          <a:xfrm xmlns:a="http://schemas.openxmlformats.org/drawingml/2006/main">
            <a:off x="6515100" y="5867400"/>
            <a:ext cx="5124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75" b="1">
                <a:solidFill>
                  <a:srgbClr val="13795B"/>
                </a:solidFill>
                <a:latin typeface="Arial"/>
                <a:ea typeface="Arial"/>
                <a:cs typeface="Arial"/>
              </a:defRPr>
            </a:pPr>
            <a:r>
              <a:rPr sz="1575" b="1">
                <a:solidFill>
                  <a:srgbClr val="13795B"/>
                </a:solidFill>
                <a:latin typeface="Arial"/>
                <a:ea typeface="Arial"/>
                <a:cs typeface="Arial"/>
              </a:rPr>
              <a:t>0 blocked · 18 Sep · 6/25</a:t>
            </a:r>
          </a:p>
        </p:txBody>
      </p:sp>
      <p:sp>
        <p:nvSpPr>
          <p:cNvPr id="17" name="">
            <a:extLst xmlns:a="http://schemas.openxmlformats.org/drawingml/2006/main">
              <a:ext uri="{FF2B5EF4-FFF2-40B4-BE49-F238E27FC236}">
                <a16:creationId xmlns:a16="http://schemas.microsoft.com/office/drawing/2014/main" id="{E2495499-C7FE-4524-810C-65324610B6B3}"/>
              </a:ext>
            </a:extLst>
          </p:cNvPr>
          <p:cNvSpPr>
            <a:spLocks xmlns:a="http://schemas.openxmlformats.org/drawingml/2006/main" noGrp="1"/>
          </p:cNvSpPr>
          <p:nvPr/>
        </p:nvSpPr>
        <p:spPr>
          <a:xfrm xmlns:a="http://schemas.openxmlformats.org/drawingml/2006/main">
            <a:off x="552450" y="6486525"/>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a:solidFill>
                  <a:srgbClr val="627D98"/>
                </a:solidFill>
                <a:latin typeface="Arial"/>
                <a:ea typeface="Arial"/>
                <a:cs typeface="Arial"/>
              </a:defRPr>
            </a:pPr>
            <a:r>
              <a:rPr sz="750" b="1">
                <a:solidFill>
                  <a:srgbClr val="627D98"/>
                </a:solidFill>
                <a:latin typeface="Arial"/>
                <a:ea typeface="Arial"/>
                <a:cs typeface="Arial"/>
              </a:rPr>
              <a:t>INTERACTIVE PRODUCT PROTOTYPE - SYNTHETIC DATA - NOT PRODUCTION CAPABILITY</a:t>
            </a:r>
          </a:p>
        </p:txBody>
      </p:sp>
    </p:spTree>
    <p:extLst>
      <p:ext uri="{BB962C8B-B14F-4D97-AF65-F5344CB8AC3E}">
        <p14:creationId xmlns:p14="http://schemas.microsoft.com/office/powerpoint/2010/main" val="1045737129"/>
      </p:ext>
    </p:extLst>
  </p:cSld>
</p:sld>
</file>

<file path=ppt/slides/slide6.xml><?xml version="1.0" encoding="utf-8"?>
<p:sld xmlns:p="http://schemas.openxmlformats.org/presentationml/2006/main">
  <p:cSld>
    <p:bg>
      <p:bgPr>
        <a:solidFill xmlns:a="http://schemas.openxmlformats.org/drawingml/2006/main">
          <a:srgbClr val="173A50"/>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81D686D-EA5C-4A84-B693-461657F93B2C}"/>
              </a:ext>
            </a:extLst>
          </p:cNvPr>
          <p:cNvSpPr>
            <a:spLocks xmlns:a="http://schemas.openxmlformats.org/drawingml/2006/main" noGrp="1"/>
          </p:cNvSpPr>
          <p:nvPr/>
        </p:nvSpPr>
        <p:spPr>
          <a:xfrm xmlns:a="http://schemas.openxmlformats.org/drawingml/2006/main">
            <a:off x="0" y="0"/>
            <a:ext cx="12192000" cy="552450"/>
          </a:xfrm>
          <a:prstGeom xmlns:a="http://schemas.openxmlformats.org/drawingml/2006/main" prst="rect">
            <a:avLst/>
          </a:prstGeom>
          <a:solidFill xmlns:a="http://schemas.openxmlformats.org/drawingml/2006/main">
            <a:srgbClr val="0B1F3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68A3AC5-8721-4293-A390-40CBE33167A4}"/>
              </a:ext>
            </a:extLst>
          </p:cNvPr>
          <p:cNvSpPr>
            <a:spLocks xmlns:a="http://schemas.openxmlformats.org/drawingml/2006/main" noGrp="1"/>
          </p:cNvSpPr>
          <p:nvPr/>
        </p:nvSpPr>
        <p:spPr>
          <a:xfrm xmlns:a="http://schemas.openxmlformats.org/drawingml/2006/main">
            <a:off x="552450" y="133350"/>
            <a:ext cx="285750" cy="285750"/>
          </a:xfrm>
          <a:prstGeom xmlns:a="http://schemas.openxmlformats.org/drawingml/2006/main" prst="roundRect">
            <a:avLst>
              <a:gd name="adj" fmla="val 26667"/>
            </a:avLst>
          </a:prstGeom>
          <a:solidFill xmlns:a="http://schemas.openxmlformats.org/drawingml/2006/main">
            <a:srgbClr val="14B8A6"/>
          </a:solidFill>
          <a:ln xmlns:a="http://schemas.openxmlformats.org/drawingml/2006/main" w="9525">
            <a:solidFill>
              <a:srgbClr val="14B8A6"/>
            </a:solidFill>
            <a:prstDash val="solid"/>
          </a:ln>
        </p:spPr>
      </p:sp>
      <p:sp>
        <p:nvSpPr>
          <p:cNvPr id="3" name="">
            <a:extLst xmlns:a="http://schemas.openxmlformats.org/drawingml/2006/main">
              <a:ext uri="{FF2B5EF4-FFF2-40B4-BE49-F238E27FC236}">
                <a16:creationId xmlns:a16="http://schemas.microsoft.com/office/drawing/2014/main" id="{E4B5381A-13D0-4F9A-80D9-207CA7409973}"/>
              </a:ext>
            </a:extLst>
          </p:cNvPr>
          <p:cNvSpPr>
            <a:spLocks xmlns:a="http://schemas.openxmlformats.org/drawingml/2006/main" noGrp="1"/>
          </p:cNvSpPr>
          <p:nvPr/>
        </p:nvSpPr>
        <p:spPr>
          <a:xfrm xmlns:a="http://schemas.openxmlformats.org/drawingml/2006/main">
            <a:off x="552450" y="180975"/>
            <a:ext cx="28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1">
                <a:solidFill>
                  <a:srgbClr val="FFFFFF"/>
                </a:solidFill>
                <a:latin typeface="Arial"/>
                <a:ea typeface="Arial"/>
                <a:cs typeface="Arial"/>
              </a:defRPr>
            </a:pPr>
            <a:r>
              <a:rPr sz="1125" b="1">
                <a:solidFill>
                  <a:srgbClr val="FFFFFF"/>
                </a:solidFill>
                <a:latin typeface="Arial"/>
                <a:ea typeface="Arial"/>
                <a:cs typeface="Arial"/>
              </a:rPr>
              <a:t>U</a:t>
            </a:r>
          </a:p>
        </p:txBody>
      </p:sp>
      <p:sp>
        <p:nvSpPr>
          <p:cNvPr id="4" name="">
            <a:extLst xmlns:a="http://schemas.openxmlformats.org/drawingml/2006/main">
              <a:ext uri="{FF2B5EF4-FFF2-40B4-BE49-F238E27FC236}">
                <a16:creationId xmlns:a16="http://schemas.microsoft.com/office/drawing/2014/main" id="{1FB004ED-3CBF-403F-85E5-88D6BEFF5AA3}"/>
              </a:ext>
            </a:extLst>
          </p:cNvPr>
          <p:cNvSpPr>
            <a:spLocks xmlns:a="http://schemas.openxmlformats.org/drawingml/2006/main" noGrp="1"/>
          </p:cNvSpPr>
          <p:nvPr/>
        </p:nvSpPr>
        <p:spPr>
          <a:xfrm xmlns:a="http://schemas.openxmlformats.org/drawingml/2006/main">
            <a:off x="990600" y="1905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14B8A6"/>
                </a:solidFill>
                <a:latin typeface="Arial"/>
                <a:ea typeface="Arial"/>
                <a:cs typeface="Arial"/>
              </a:defRPr>
            </a:pPr>
            <a:r>
              <a:rPr sz="900" b="1">
                <a:solidFill>
                  <a:srgbClr val="14B8A6"/>
                </a:solidFill>
                <a:latin typeface="Arial"/>
                <a:ea typeface="Arial"/>
                <a:cs typeface="Arial"/>
              </a:rPr>
              <a:t>UNIFIED PROJECT MANAGEMENT SUITE · LEADERSHIP CONCEPT</a:t>
            </a:r>
          </a:p>
        </p:txBody>
      </p:sp>
      <p:sp>
        <p:nvSpPr>
          <p:cNvPr id="5" name="">
            <a:extLst xmlns:a="http://schemas.openxmlformats.org/drawingml/2006/main">
              <a:ext uri="{FF2B5EF4-FFF2-40B4-BE49-F238E27FC236}">
                <a16:creationId xmlns:a16="http://schemas.microsoft.com/office/drawing/2014/main" id="{195CAB44-1592-4FBD-96E5-1FB47D36E9D8}"/>
              </a:ext>
            </a:extLst>
          </p:cNvPr>
          <p:cNvSpPr>
            <a:spLocks xmlns:a="http://schemas.openxmlformats.org/drawingml/2006/main" noGrp="1"/>
          </p:cNvSpPr>
          <p:nvPr/>
        </p:nvSpPr>
        <p:spPr>
          <a:xfrm xmlns:a="http://schemas.openxmlformats.org/drawingml/2006/main">
            <a:off x="11068050" y="19050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00" b="1">
                <a:solidFill>
                  <a:srgbClr val="9FB3C8"/>
                </a:solidFill>
                <a:latin typeface="Arial"/>
                <a:ea typeface="Arial"/>
                <a:cs typeface="Arial"/>
              </a:defRPr>
            </a:pPr>
            <a:r>
              <a:rPr sz="900" b="1">
                <a:solidFill>
                  <a:srgbClr val="9FB3C8"/>
                </a:solidFill>
                <a:latin typeface="Arial"/>
                <a:ea typeface="Arial"/>
                <a:cs typeface="Arial"/>
              </a:rPr>
              <a:t>06</a:t>
            </a:r>
          </a:p>
        </p:txBody>
      </p:sp>
      <p:sp>
        <p:nvSpPr>
          <p:cNvPr id="6" name="">
            <a:extLst xmlns:a="http://schemas.openxmlformats.org/drawingml/2006/main">
              <a:ext uri="{FF2B5EF4-FFF2-40B4-BE49-F238E27FC236}">
                <a16:creationId xmlns:a16="http://schemas.microsoft.com/office/drawing/2014/main" id="{9F389FFB-F8ED-4986-BB44-CB69E8E62A8C}"/>
              </a:ext>
            </a:extLst>
          </p:cNvPr>
          <p:cNvSpPr>
            <a:spLocks xmlns:a="http://schemas.openxmlformats.org/drawingml/2006/main" noGrp="1"/>
          </p:cNvSpPr>
          <p:nvPr/>
        </p:nvSpPr>
        <p:spPr>
          <a:xfrm xmlns:a="http://schemas.openxmlformats.org/drawingml/2006/main">
            <a:off x="552450" y="781050"/>
            <a:ext cx="1057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8851"/>
          </a:bodyPr>
          <a:lstStyle xmlns:a="http://schemas.openxmlformats.org/drawingml/2006/main"/>
          <a:p xmlns:a="http://schemas.openxmlformats.org/drawingml/2006/main">
            <a:pPr algn="l">
              <a:lnSpc>
                <a:spcPct val="95000"/>
              </a:lnSpc>
              <a:buNone/>
              <a:defRPr sz="3300" b="1">
                <a:solidFill>
                  <a:srgbClr val="F7FAFC"/>
                </a:solidFill>
                <a:latin typeface="Arial"/>
                <a:ea typeface="Arial"/>
                <a:cs typeface="Arial"/>
              </a:defRPr>
            </a:pPr>
            <a:r>
              <a:rPr sz="3300" b="1">
                <a:solidFill>
                  <a:srgbClr val="F7FAFC"/>
                </a:solidFill>
                <a:latin typeface="Arial"/>
                <a:ea typeface="Arial"/>
                <a:cs typeface="Arial"/>
              </a:rPr>
              <a:t>Leadership sees traceable status, not a reconstructed slide.</a:t>
            </a:r>
          </a:p>
        </p:txBody>
      </p:sp>
      <p:sp>
        <p:nvSpPr>
          <p:cNvPr id="7" name="">
            <a:extLst xmlns:a="http://schemas.openxmlformats.org/drawingml/2006/main">
              <a:ext uri="{FF2B5EF4-FFF2-40B4-BE49-F238E27FC236}">
                <a16:creationId xmlns:a16="http://schemas.microsoft.com/office/drawing/2014/main" id="{FDC90BCD-AE0D-466D-A185-AFDD90039685}"/>
              </a:ext>
            </a:extLst>
          </p:cNvPr>
          <p:cNvSpPr>
            <a:spLocks xmlns:a="http://schemas.openxmlformats.org/drawingml/2006/main" noGrp="1"/>
          </p:cNvSpPr>
          <p:nvPr/>
        </p:nvSpPr>
        <p:spPr>
          <a:xfrm xmlns:a="http://schemas.openxmlformats.org/drawingml/2006/main">
            <a:off x="552450" y="1409700"/>
            <a:ext cx="1066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0">
                <a:solidFill>
                  <a:srgbClr val="D9E5EC"/>
                </a:solidFill>
                <a:latin typeface="Arial"/>
                <a:ea typeface="Arial"/>
                <a:cs typeface="Arial"/>
              </a:defRPr>
            </a:pPr>
            <a:r>
              <a:rPr sz="1500" b="0">
                <a:solidFill>
                  <a:srgbClr val="D9E5EC"/>
                </a:solidFill>
                <a:latin typeface="Arial"/>
                <a:ea typeface="Arial"/>
                <a:cs typeface="Arial"/>
              </a:rPr>
              <a:t>The one-page readout refreshes from the same governed facts and links back to the decision, work, page, and risk.</a:t>
            </a:r>
          </a:p>
        </p:txBody>
      </p:sp>
      <p:sp>
        <p:nvSpPr>
          <p:cNvPr id="8" name="">
            <a:extLst xmlns:a="http://schemas.openxmlformats.org/drawingml/2006/main">
              <a:ext uri="{FF2B5EF4-FFF2-40B4-BE49-F238E27FC236}">
                <a16:creationId xmlns:a16="http://schemas.microsoft.com/office/drawing/2014/main" id="{59695490-9064-4503-83F7-4128E3B596CA}"/>
              </a:ext>
            </a:extLst>
          </p:cNvPr>
          <p:cNvSpPr>
            <a:spLocks xmlns:a="http://schemas.openxmlformats.org/drawingml/2006/main" noGrp="1"/>
          </p:cNvSpPr>
          <p:nvPr/>
        </p:nvSpPr>
        <p:spPr>
          <a:xfrm xmlns:a="http://schemas.openxmlformats.org/drawingml/2006/main">
            <a:off x="504825" y="2047875"/>
            <a:ext cx="7477125" cy="4191000"/>
          </a:xfrm>
          <a:prstGeom xmlns:a="http://schemas.openxmlformats.org/drawingml/2006/main" prst="roundRect">
            <a:avLst>
              <a:gd name="adj" fmla="val 3182"/>
            </a:avLst>
          </a:prstGeom>
          <a:solidFill xmlns:a="http://schemas.openxmlformats.org/drawingml/2006/main">
            <a:srgbClr val="112C46"/>
          </a:solidFill>
          <a:ln xmlns:a="http://schemas.openxmlformats.org/drawingml/2006/main" w="9525">
            <a:solidFill>
              <a:srgbClr val="4B5563"/>
            </a:solidFill>
            <a:prstDash val="solid"/>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d0e3970f58274470"/>
          <a:stretch xmlns:a="http://schemas.openxmlformats.org/drawingml/2006/main"/>
        </p:blipFill>
        <p:spPr>
          <a:xfrm xmlns:a="http://schemas.openxmlformats.org/drawingml/2006/main">
            <a:off x="966788" y="2095500"/>
            <a:ext cx="6553200" cy="4095750"/>
          </a:xfrm>
          <a:prstGeom xmlns:a="http://schemas.openxmlformats.org/drawingml/2006/main" prst="roundRect">
            <a:avLst>
              <a:gd name="adj" fmla="val 2326"/>
            </a:avLst>
          </a:prstGeom>
        </p:spPr>
      </p:pic>
      <p:sp>
        <p:nvSpPr>
          <p:cNvPr id="10" name="">
            <a:extLst xmlns:a="http://schemas.openxmlformats.org/drawingml/2006/main">
              <a:ext uri="{FF2B5EF4-FFF2-40B4-BE49-F238E27FC236}">
                <a16:creationId xmlns:a16="http://schemas.microsoft.com/office/drawing/2014/main" id="{8D0839BE-8198-4867-9A2E-501D6DB4D6FE}"/>
              </a:ext>
            </a:extLst>
          </p:cNvPr>
          <p:cNvSpPr>
            <a:spLocks xmlns:a="http://schemas.openxmlformats.org/drawingml/2006/main" noGrp="1"/>
          </p:cNvSpPr>
          <p:nvPr/>
        </p:nvSpPr>
        <p:spPr>
          <a:xfrm xmlns:a="http://schemas.openxmlformats.org/drawingml/2006/main">
            <a:off x="8334375" y="224790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14B8A6"/>
                </a:solidFill>
                <a:latin typeface="Arial"/>
                <a:ea typeface="Arial"/>
                <a:cs typeface="Arial"/>
              </a:defRPr>
            </a:pPr>
            <a:r>
              <a:rPr sz="900" b="1">
                <a:solidFill>
                  <a:srgbClr val="14B8A6"/>
                </a:solidFill>
                <a:latin typeface="Arial"/>
                <a:ea typeface="Arial"/>
                <a:cs typeface="Arial"/>
              </a:rPr>
              <a:t>DEMONSTRATED NOW</a:t>
            </a:r>
          </a:p>
        </p:txBody>
      </p:sp>
      <p:sp>
        <p:nvSpPr>
          <p:cNvPr id="11" name="">
            <a:extLst xmlns:a="http://schemas.openxmlformats.org/drawingml/2006/main">
              <a:ext uri="{FF2B5EF4-FFF2-40B4-BE49-F238E27FC236}">
                <a16:creationId xmlns:a16="http://schemas.microsoft.com/office/drawing/2014/main" id="{AFAE457C-F5F9-4FC1-BE80-938D6575476E}"/>
              </a:ext>
            </a:extLst>
          </p:cNvPr>
          <p:cNvSpPr>
            <a:spLocks xmlns:a="http://schemas.openxmlformats.org/drawingml/2006/main" noGrp="1"/>
          </p:cNvSpPr>
          <p:nvPr/>
        </p:nvSpPr>
        <p:spPr>
          <a:xfrm xmlns:a="http://schemas.openxmlformats.org/drawingml/2006/main">
            <a:off x="8334375" y="2571750"/>
            <a:ext cx="314325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2000"/>
              </a:lnSpc>
              <a:buNone/>
              <a:defRPr sz="1650" b="1">
                <a:solidFill>
                  <a:srgbClr val="F7FAFC"/>
                </a:solidFill>
                <a:latin typeface="Arial"/>
                <a:ea typeface="Arial"/>
                <a:cs typeface="Arial"/>
              </a:defRPr>
            </a:pPr>
            <a:r>
              <a:rPr sz="1650" b="1">
                <a:solidFill>
                  <a:srgbClr val="F7FAFC"/>
                </a:solidFill>
                <a:latin typeface="Arial"/>
                <a:ea typeface="Arial"/>
                <a:cs typeface="Arial"/>
              </a:rPr>
              <a:t>Connected workflow value</a:t>
            </a:r>
          </a:p>
          <a:p xmlns:a="http://schemas.openxmlformats.org/drawingml/2006/main">
            <a:pPr algn="l">
              <a:lnSpc>
                <a:spcPct val="122000"/>
              </a:lnSpc>
              <a:buNone/>
              <a:defRPr sz="1650" b="1">
                <a:solidFill>
                  <a:srgbClr val="F7FAFC"/>
                </a:solidFill>
                <a:latin typeface="Arial"/>
                <a:ea typeface="Arial"/>
                <a:cs typeface="Arial"/>
              </a:defRPr>
            </a:pPr>
            <a:r>
              <a:rPr sz="1650" b="1">
                <a:solidFill>
                  <a:srgbClr val="F7FAFC"/>
                </a:solidFill>
                <a:latin typeface="Arial"/>
                <a:ea typeface="Arial"/>
                <a:cs typeface="Arial"/>
              </a:rPr>
              <a:t>Session-only interactions</a:t>
            </a:r>
          </a:p>
          <a:p xmlns:a="http://schemas.openxmlformats.org/drawingml/2006/main">
            <a:pPr algn="l">
              <a:lnSpc>
                <a:spcPct val="122000"/>
              </a:lnSpc>
              <a:buNone/>
              <a:defRPr sz="1650" b="1">
                <a:solidFill>
                  <a:srgbClr val="F7FAFC"/>
                </a:solidFill>
                <a:latin typeface="Arial"/>
                <a:ea typeface="Arial"/>
                <a:cs typeface="Arial"/>
              </a:defRPr>
            </a:pPr>
            <a:r>
              <a:rPr sz="1650" b="1">
                <a:solidFill>
                  <a:srgbClr val="F7FAFC"/>
                </a:solidFill>
                <a:latin typeface="Arial"/>
                <a:ea typeface="Arial"/>
                <a:cs typeface="Arial"/>
              </a:rPr>
              <a:t>Synthetic traceability</a:t>
            </a:r>
          </a:p>
          <a:p xmlns:a="http://schemas.openxmlformats.org/drawingml/2006/main">
            <a:pPr algn="l">
              <a:lnSpc>
                <a:spcPct val="122000"/>
              </a:lnSpc>
              <a:buNone/>
              <a:defRPr sz="1650" b="1">
                <a:solidFill>
                  <a:srgbClr val="F7FAFC"/>
                </a:solidFill>
                <a:latin typeface="Arial"/>
                <a:ea typeface="Arial"/>
                <a:cs typeface="Arial"/>
              </a:defRPr>
            </a:pPr>
            <a:r>
              <a:rPr sz="1650" b="1">
                <a:solidFill>
                  <a:srgbClr val="F7FAFC"/>
                </a:solidFill>
                <a:latin typeface="Arial"/>
                <a:ea typeface="Arial"/>
                <a:cs typeface="Arial"/>
              </a:rPr>
              <a:t>Offline leadership tour</a:t>
            </a:r>
          </a:p>
        </p:txBody>
      </p:sp>
      <p:sp>
        <p:nvSpPr>
          <p:cNvPr id="12" name="">
            <a:extLst xmlns:a="http://schemas.openxmlformats.org/drawingml/2006/main">
              <a:ext uri="{FF2B5EF4-FFF2-40B4-BE49-F238E27FC236}">
                <a16:creationId xmlns:a16="http://schemas.microsoft.com/office/drawing/2014/main" id="{4723BFAD-7070-4FD1-928C-04D0AF706DD7}"/>
              </a:ext>
            </a:extLst>
          </p:cNvPr>
          <p:cNvSpPr>
            <a:spLocks xmlns:a="http://schemas.openxmlformats.org/drawingml/2006/main" noGrp="1"/>
          </p:cNvSpPr>
          <p:nvPr/>
        </p:nvSpPr>
        <p:spPr>
          <a:xfrm xmlns:a="http://schemas.openxmlformats.org/drawingml/2006/main">
            <a:off x="8334375" y="436245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F59E0B"/>
                </a:solidFill>
                <a:latin typeface="Arial"/>
                <a:ea typeface="Arial"/>
                <a:cs typeface="Arial"/>
              </a:defRPr>
            </a:pPr>
            <a:r>
              <a:rPr sz="900" b="1">
                <a:solidFill>
                  <a:srgbClr val="F59E0B"/>
                </a:solidFill>
                <a:latin typeface="Arial"/>
                <a:ea typeface="Arial"/>
                <a:cs typeface="Arial"/>
              </a:rPr>
              <a:t>PRODUCTION MUST PROVE</a:t>
            </a:r>
          </a:p>
        </p:txBody>
      </p:sp>
      <p:sp>
        <p:nvSpPr>
          <p:cNvPr id="13" name="">
            <a:extLst xmlns:a="http://schemas.openxmlformats.org/drawingml/2006/main">
              <a:ext uri="{FF2B5EF4-FFF2-40B4-BE49-F238E27FC236}">
                <a16:creationId xmlns:a16="http://schemas.microsoft.com/office/drawing/2014/main" id="{89ADF0C9-D54D-4EC1-A198-DD520DF504BD}"/>
              </a:ext>
            </a:extLst>
          </p:cNvPr>
          <p:cNvSpPr>
            <a:spLocks xmlns:a="http://schemas.openxmlformats.org/drawingml/2006/main" noGrp="1"/>
          </p:cNvSpPr>
          <p:nvPr/>
        </p:nvSpPr>
        <p:spPr>
          <a:xfrm xmlns:a="http://schemas.openxmlformats.org/drawingml/2006/main">
            <a:off x="8334375" y="4686300"/>
            <a:ext cx="31432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425" b="1">
                <a:solidFill>
                  <a:srgbClr val="D9E5EC"/>
                </a:solidFill>
                <a:latin typeface="Arial"/>
                <a:ea typeface="Arial"/>
                <a:cs typeface="Arial"/>
              </a:defRPr>
            </a:pPr>
            <a:r>
              <a:rPr sz="1425" b="1">
                <a:solidFill>
                  <a:srgbClr val="D9E5EC"/>
                </a:solidFill>
                <a:latin typeface="Arial"/>
                <a:ea typeface="Arial"/>
                <a:cs typeface="Arial"/>
              </a:rPr>
              <a:t>Identity and permissions</a:t>
            </a:r>
          </a:p>
          <a:p xmlns:a="http://schemas.openxmlformats.org/drawingml/2006/main">
            <a:pPr algn="l">
              <a:lnSpc>
                <a:spcPct val="118000"/>
              </a:lnSpc>
              <a:buNone/>
              <a:defRPr sz="1425" b="1">
                <a:solidFill>
                  <a:srgbClr val="D9E5EC"/>
                </a:solidFill>
                <a:latin typeface="Arial"/>
                <a:ea typeface="Arial"/>
                <a:cs typeface="Arial"/>
              </a:defRPr>
            </a:pPr>
            <a:r>
              <a:rPr sz="1425" b="1">
                <a:solidFill>
                  <a:srgbClr val="D9E5EC"/>
                </a:solidFill>
                <a:latin typeface="Arial"/>
                <a:ea typeface="Arial"/>
                <a:cs typeface="Arial"/>
              </a:rPr>
              <a:t>Scale, security, integrations</a:t>
            </a:r>
          </a:p>
          <a:p xmlns:a="http://schemas.openxmlformats.org/drawingml/2006/main">
            <a:pPr algn="l">
              <a:lnSpc>
                <a:spcPct val="118000"/>
              </a:lnSpc>
              <a:buNone/>
              <a:defRPr sz="1425" b="1">
                <a:solidFill>
                  <a:srgbClr val="D9E5EC"/>
                </a:solidFill>
                <a:latin typeface="Arial"/>
                <a:ea typeface="Arial"/>
                <a:cs typeface="Arial"/>
              </a:defRPr>
            </a:pPr>
            <a:r>
              <a:rPr sz="1425" b="1">
                <a:solidFill>
                  <a:srgbClr val="D9E5EC"/>
                </a:solidFill>
                <a:latin typeface="Arial"/>
                <a:ea typeface="Arial"/>
                <a:cs typeface="Arial"/>
              </a:rPr>
              <a:t>Migration fidelity and support</a:t>
            </a:r>
          </a:p>
        </p:txBody>
      </p:sp>
      <p:sp>
        <p:nvSpPr>
          <p:cNvPr id="14" name="">
            <a:extLst xmlns:a="http://schemas.openxmlformats.org/drawingml/2006/main">
              <a:ext uri="{FF2B5EF4-FFF2-40B4-BE49-F238E27FC236}">
                <a16:creationId xmlns:a16="http://schemas.microsoft.com/office/drawing/2014/main" id="{0AE66383-05F7-40E8-A4F5-7C5095C97D3D}"/>
              </a:ext>
            </a:extLst>
          </p:cNvPr>
          <p:cNvSpPr>
            <a:spLocks xmlns:a="http://schemas.openxmlformats.org/drawingml/2006/main" noGrp="1"/>
          </p:cNvSpPr>
          <p:nvPr/>
        </p:nvSpPr>
        <p:spPr>
          <a:xfrm xmlns:a="http://schemas.openxmlformats.org/drawingml/2006/main">
            <a:off x="552450" y="6486525"/>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a:solidFill>
                  <a:srgbClr val="9FB3C8"/>
                </a:solidFill>
                <a:latin typeface="Arial"/>
                <a:ea typeface="Arial"/>
                <a:cs typeface="Arial"/>
              </a:defRPr>
            </a:pPr>
            <a:r>
              <a:rPr sz="750" b="1">
                <a:solidFill>
                  <a:srgbClr val="9FB3C8"/>
                </a:solidFill>
                <a:latin typeface="Arial"/>
                <a:ea typeface="Arial"/>
                <a:cs typeface="Arial"/>
              </a:rPr>
              <a:t>INTERACTIVE PRODUCT PROTOTYPE - SYNTHETIC DATA - NOT PRODUCTION CAPABILITY</a:t>
            </a:r>
          </a:p>
        </p:txBody>
      </p:sp>
    </p:spTree>
    <p:extLst>
      <p:ext uri="{BB962C8B-B14F-4D97-AF65-F5344CB8AC3E}">
        <p14:creationId xmlns:p14="http://schemas.microsoft.com/office/powerpoint/2010/main" val="123738026"/>
      </p:ext>
    </p:extLst>
  </p:cSld>
</p:sld>
</file>

<file path=ppt/slides/slide7.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DB634EB8-5C11-4F5D-9A78-A5DA74C5F0D8}"/>
              </a:ext>
            </a:extLst>
          </p:cNvPr>
          <p:cNvSpPr>
            <a:spLocks xmlns:a="http://schemas.openxmlformats.org/drawingml/2006/main" noGrp="1"/>
          </p:cNvSpPr>
          <p:nvPr/>
        </p:nvSpPr>
        <p:spPr>
          <a:xfrm xmlns:a="http://schemas.openxmlformats.org/drawingml/2006/main">
            <a:off x="0" y="0"/>
            <a:ext cx="12192000" cy="552450"/>
          </a:xfrm>
          <a:prstGeom xmlns:a="http://schemas.openxmlformats.org/drawingml/2006/main" prst="rect">
            <a:avLst/>
          </a:prstGeom>
          <a:solidFill xmlns:a="http://schemas.openxmlformats.org/drawingml/2006/main">
            <a:srgbClr val="0B1F3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B65AF7B-2DA8-4651-8C5B-1B38FCE5E2ED}"/>
              </a:ext>
            </a:extLst>
          </p:cNvPr>
          <p:cNvSpPr>
            <a:spLocks xmlns:a="http://schemas.openxmlformats.org/drawingml/2006/main" noGrp="1"/>
          </p:cNvSpPr>
          <p:nvPr/>
        </p:nvSpPr>
        <p:spPr>
          <a:xfrm xmlns:a="http://schemas.openxmlformats.org/drawingml/2006/main">
            <a:off x="552450" y="133350"/>
            <a:ext cx="285750" cy="285750"/>
          </a:xfrm>
          <a:prstGeom xmlns:a="http://schemas.openxmlformats.org/drawingml/2006/main" prst="roundRect">
            <a:avLst>
              <a:gd name="adj" fmla="val 26667"/>
            </a:avLst>
          </a:prstGeom>
          <a:solidFill xmlns:a="http://schemas.openxmlformats.org/drawingml/2006/main">
            <a:srgbClr val="14B8A6"/>
          </a:solidFill>
          <a:ln xmlns:a="http://schemas.openxmlformats.org/drawingml/2006/main" w="9525">
            <a:solidFill>
              <a:srgbClr val="14B8A6"/>
            </a:solidFill>
            <a:prstDash val="solid"/>
          </a:ln>
        </p:spPr>
      </p:sp>
      <p:sp>
        <p:nvSpPr>
          <p:cNvPr id="3" name="">
            <a:extLst xmlns:a="http://schemas.openxmlformats.org/drawingml/2006/main">
              <a:ext uri="{FF2B5EF4-FFF2-40B4-BE49-F238E27FC236}">
                <a16:creationId xmlns:a16="http://schemas.microsoft.com/office/drawing/2014/main" id="{243B084A-123C-4E44-A43E-0859A90DA379}"/>
              </a:ext>
            </a:extLst>
          </p:cNvPr>
          <p:cNvSpPr>
            <a:spLocks xmlns:a="http://schemas.openxmlformats.org/drawingml/2006/main" noGrp="1"/>
          </p:cNvSpPr>
          <p:nvPr/>
        </p:nvSpPr>
        <p:spPr>
          <a:xfrm xmlns:a="http://schemas.openxmlformats.org/drawingml/2006/main">
            <a:off x="552450" y="180975"/>
            <a:ext cx="28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1">
                <a:solidFill>
                  <a:srgbClr val="FFFFFF"/>
                </a:solidFill>
                <a:latin typeface="Arial"/>
                <a:ea typeface="Arial"/>
                <a:cs typeface="Arial"/>
              </a:defRPr>
            </a:pPr>
            <a:r>
              <a:rPr sz="1125" b="1">
                <a:solidFill>
                  <a:srgbClr val="FFFFFF"/>
                </a:solidFill>
                <a:latin typeface="Arial"/>
                <a:ea typeface="Arial"/>
                <a:cs typeface="Arial"/>
              </a:rPr>
              <a:t>U</a:t>
            </a:r>
          </a:p>
        </p:txBody>
      </p:sp>
      <p:sp>
        <p:nvSpPr>
          <p:cNvPr id="4" name="">
            <a:extLst xmlns:a="http://schemas.openxmlformats.org/drawingml/2006/main">
              <a:ext uri="{FF2B5EF4-FFF2-40B4-BE49-F238E27FC236}">
                <a16:creationId xmlns:a16="http://schemas.microsoft.com/office/drawing/2014/main" id="{23166A1A-424F-4BDF-B230-5659751DA5F5}"/>
              </a:ext>
            </a:extLst>
          </p:cNvPr>
          <p:cNvSpPr>
            <a:spLocks xmlns:a="http://schemas.openxmlformats.org/drawingml/2006/main" noGrp="1"/>
          </p:cNvSpPr>
          <p:nvPr/>
        </p:nvSpPr>
        <p:spPr>
          <a:xfrm xmlns:a="http://schemas.openxmlformats.org/drawingml/2006/main">
            <a:off x="990600" y="1905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14B8A6"/>
                </a:solidFill>
                <a:latin typeface="Arial"/>
                <a:ea typeface="Arial"/>
                <a:cs typeface="Arial"/>
              </a:defRPr>
            </a:pPr>
            <a:r>
              <a:rPr sz="900" b="1">
                <a:solidFill>
                  <a:srgbClr val="14B8A6"/>
                </a:solidFill>
                <a:latin typeface="Arial"/>
                <a:ea typeface="Arial"/>
                <a:cs typeface="Arial"/>
              </a:rPr>
              <a:t>UNIFIED PROJECT MANAGEMENT SUITE · LEADERSHIP CONCEPT</a:t>
            </a:r>
          </a:p>
        </p:txBody>
      </p:sp>
      <p:sp>
        <p:nvSpPr>
          <p:cNvPr id="5" name="">
            <a:extLst xmlns:a="http://schemas.openxmlformats.org/drawingml/2006/main">
              <a:ext uri="{FF2B5EF4-FFF2-40B4-BE49-F238E27FC236}">
                <a16:creationId xmlns:a16="http://schemas.microsoft.com/office/drawing/2014/main" id="{B84D2B1C-9031-4DFD-A8F7-A50CBD0C09F6}"/>
              </a:ext>
            </a:extLst>
          </p:cNvPr>
          <p:cNvSpPr>
            <a:spLocks xmlns:a="http://schemas.openxmlformats.org/drawingml/2006/main" noGrp="1"/>
          </p:cNvSpPr>
          <p:nvPr/>
        </p:nvSpPr>
        <p:spPr>
          <a:xfrm xmlns:a="http://schemas.openxmlformats.org/drawingml/2006/main">
            <a:off x="11068050" y="19050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00" b="1">
                <a:solidFill>
                  <a:srgbClr val="9FB3C8"/>
                </a:solidFill>
                <a:latin typeface="Arial"/>
                <a:ea typeface="Arial"/>
                <a:cs typeface="Arial"/>
              </a:defRPr>
            </a:pPr>
            <a:r>
              <a:rPr sz="900" b="1">
                <a:solidFill>
                  <a:srgbClr val="9FB3C8"/>
                </a:solidFill>
                <a:latin typeface="Arial"/>
                <a:ea typeface="Arial"/>
                <a:cs typeface="Arial"/>
              </a:rPr>
              <a:t>07</a:t>
            </a:r>
          </a:p>
        </p:txBody>
      </p:sp>
      <p:sp>
        <p:nvSpPr>
          <p:cNvPr id="6" name="">
            <a:extLst xmlns:a="http://schemas.openxmlformats.org/drawingml/2006/main">
              <a:ext uri="{FF2B5EF4-FFF2-40B4-BE49-F238E27FC236}">
                <a16:creationId xmlns:a16="http://schemas.microsoft.com/office/drawing/2014/main" id="{D79070D2-459F-499D-BCAD-24EC7C302754}"/>
              </a:ext>
            </a:extLst>
          </p:cNvPr>
          <p:cNvSpPr>
            <a:spLocks xmlns:a="http://schemas.openxmlformats.org/drawingml/2006/main" noGrp="1"/>
          </p:cNvSpPr>
          <p:nvPr/>
        </p:nvSpPr>
        <p:spPr>
          <a:xfrm xmlns:a="http://schemas.openxmlformats.org/drawingml/2006/main">
            <a:off x="552450" y="781050"/>
            <a:ext cx="110871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3300" b="1">
                <a:solidFill>
                  <a:srgbClr val="0B1F33"/>
                </a:solidFill>
                <a:latin typeface="Arial"/>
                <a:ea typeface="Arial"/>
                <a:cs typeface="Arial"/>
              </a:defRPr>
            </a:pPr>
            <a:r>
              <a:rPr sz="3300" b="1">
                <a:solidFill>
                  <a:srgbClr val="0B1F33"/>
                </a:solidFill>
                <a:latin typeface="Arial"/>
                <a:ea typeface="Arial"/>
                <a:cs typeface="Arial"/>
              </a:rPr>
              <a:t>Which workflow should we prove next?</a:t>
            </a:r>
          </a:p>
        </p:txBody>
      </p:sp>
      <p:sp>
        <p:nvSpPr>
          <p:cNvPr id="7" name="">
            <a:extLst xmlns:a="http://schemas.openxmlformats.org/drawingml/2006/main">
              <a:ext uri="{FF2B5EF4-FFF2-40B4-BE49-F238E27FC236}">
                <a16:creationId xmlns:a16="http://schemas.microsoft.com/office/drawing/2014/main" id="{6A58E63E-7794-4E66-AACE-AAB60D9B3918}"/>
              </a:ext>
            </a:extLst>
          </p:cNvPr>
          <p:cNvSpPr>
            <a:spLocks xmlns:a="http://schemas.openxmlformats.org/drawingml/2006/main" noGrp="1"/>
          </p:cNvSpPr>
          <p:nvPr/>
        </p:nvSpPr>
        <p:spPr>
          <a:xfrm xmlns:a="http://schemas.openxmlformats.org/drawingml/2006/main">
            <a:off x="552450" y="1409700"/>
            <a:ext cx="685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0">
                <a:solidFill>
                  <a:srgbClr val="627D98"/>
                </a:solidFill>
                <a:latin typeface="Arial"/>
                <a:ea typeface="Arial"/>
                <a:cs typeface="Arial"/>
              </a:defRPr>
            </a:pPr>
            <a:r>
              <a:rPr sz="1575" b="0">
                <a:solidFill>
                  <a:srgbClr val="627D98"/>
                </a:solidFill>
                <a:latin typeface="Arial"/>
                <a:ea typeface="Arial"/>
                <a:cs typeface="Arial"/>
              </a:rPr>
              <a:t>The next step is requirement discovery - not approval or funding.</a:t>
            </a:r>
          </a:p>
        </p:txBody>
      </p:sp>
      <p:sp>
        <p:nvSpPr>
          <p:cNvPr id="8" name="">
            <a:extLst xmlns:a="http://schemas.openxmlformats.org/drawingml/2006/main">
              <a:ext uri="{FF2B5EF4-FFF2-40B4-BE49-F238E27FC236}">
                <a16:creationId xmlns:a16="http://schemas.microsoft.com/office/drawing/2014/main" id="{E0D06727-1514-474F-A8BB-AB06436114B9}"/>
              </a:ext>
            </a:extLst>
          </p:cNvPr>
          <p:cNvSpPr>
            <a:spLocks xmlns:a="http://schemas.openxmlformats.org/drawingml/2006/main" noGrp="1"/>
          </p:cNvSpPr>
          <p:nvPr/>
        </p:nvSpPr>
        <p:spPr>
          <a:xfrm xmlns:a="http://schemas.openxmlformats.org/drawingml/2006/main">
            <a:off x="647700" y="2286000"/>
            <a:ext cx="704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850" b="1">
                <a:solidFill>
                  <a:srgbClr val="0F766E"/>
                </a:solidFill>
                <a:latin typeface="Arial"/>
                <a:ea typeface="Arial"/>
                <a:cs typeface="Arial"/>
              </a:defRPr>
            </a:pPr>
            <a:r>
              <a:rPr sz="2850" b="1">
                <a:solidFill>
                  <a:srgbClr val="0F766E"/>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D09A5621-7CC3-43F6-ACB5-2316FF6686F5}"/>
              </a:ext>
            </a:extLst>
          </p:cNvPr>
          <p:cNvSpPr>
            <a:spLocks xmlns:a="http://schemas.openxmlformats.org/drawingml/2006/main" noGrp="1"/>
          </p:cNvSpPr>
          <p:nvPr/>
        </p:nvSpPr>
        <p:spPr>
          <a:xfrm xmlns:a="http://schemas.openxmlformats.org/drawingml/2006/main">
            <a:off x="1504950" y="2266950"/>
            <a:ext cx="38100" cy="685800"/>
          </a:xfrm>
          <a:prstGeom xmlns:a="http://schemas.openxmlformats.org/drawingml/2006/main" prst="rect">
            <a:avLst/>
          </a:prstGeom>
          <a:solidFill xmlns:a="http://schemas.openxmlformats.org/drawingml/2006/main">
            <a:srgbClr val="14B8A6"/>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9906690-1EA6-4EA7-A2E1-9EE9794F4647}"/>
              </a:ext>
            </a:extLst>
          </p:cNvPr>
          <p:cNvSpPr>
            <a:spLocks xmlns:a="http://schemas.openxmlformats.org/drawingml/2006/main" noGrp="1"/>
          </p:cNvSpPr>
          <p:nvPr/>
        </p:nvSpPr>
        <p:spPr>
          <a:xfrm xmlns:a="http://schemas.openxmlformats.org/drawingml/2006/main">
            <a:off x="1790700" y="2286000"/>
            <a:ext cx="8477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100" b="1">
                <a:solidFill>
                  <a:srgbClr val="0B1F33"/>
                </a:solidFill>
                <a:latin typeface="Arial"/>
                <a:ea typeface="Arial"/>
                <a:cs typeface="Arial"/>
              </a:defRPr>
            </a:pPr>
            <a:r>
              <a:rPr sz="2100" b="1">
                <a:solidFill>
                  <a:srgbClr val="0B1F33"/>
                </a:solidFill>
                <a:latin typeface="Arial"/>
                <a:ea typeface="Arial"/>
                <a:cs typeface="Arial"/>
              </a:rPr>
              <a:t>Where would a connected work-and-knowledge record create the most value?</a:t>
            </a:r>
          </a:p>
        </p:txBody>
      </p:sp>
      <p:sp>
        <p:nvSpPr>
          <p:cNvPr id="11" name="">
            <a:extLst xmlns:a="http://schemas.openxmlformats.org/drawingml/2006/main">
              <a:ext uri="{FF2B5EF4-FFF2-40B4-BE49-F238E27FC236}">
                <a16:creationId xmlns:a16="http://schemas.microsoft.com/office/drawing/2014/main" id="{BD49240F-EFEF-41B6-8469-3602A5B0F3A5}"/>
              </a:ext>
            </a:extLst>
          </p:cNvPr>
          <p:cNvSpPr>
            <a:spLocks xmlns:a="http://schemas.openxmlformats.org/drawingml/2006/main" noGrp="1"/>
          </p:cNvSpPr>
          <p:nvPr/>
        </p:nvSpPr>
        <p:spPr>
          <a:xfrm xmlns:a="http://schemas.openxmlformats.org/drawingml/2006/main">
            <a:off x="647700" y="3409950"/>
            <a:ext cx="704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850" b="1">
                <a:solidFill>
                  <a:srgbClr val="0F766E"/>
                </a:solidFill>
                <a:latin typeface="Arial"/>
                <a:ea typeface="Arial"/>
                <a:cs typeface="Arial"/>
              </a:defRPr>
            </a:pPr>
            <a:r>
              <a:rPr sz="2850" b="1">
                <a:solidFill>
                  <a:srgbClr val="0F766E"/>
                </a:solidFill>
                <a:latin typeface="Arial"/>
                <a:ea typeface="Arial"/>
                <a:cs typeface="Arial"/>
              </a:rPr>
              <a:t>02</a:t>
            </a:r>
          </a:p>
        </p:txBody>
      </p:sp>
      <p:sp>
        <p:nvSpPr>
          <p:cNvPr id="12" name="">
            <a:extLst xmlns:a="http://schemas.openxmlformats.org/drawingml/2006/main">
              <a:ext uri="{FF2B5EF4-FFF2-40B4-BE49-F238E27FC236}">
                <a16:creationId xmlns:a16="http://schemas.microsoft.com/office/drawing/2014/main" id="{F3D77C24-CB04-4360-9C1D-63F19CA523FB}"/>
              </a:ext>
            </a:extLst>
          </p:cNvPr>
          <p:cNvSpPr>
            <a:spLocks xmlns:a="http://schemas.openxmlformats.org/drawingml/2006/main" noGrp="1"/>
          </p:cNvSpPr>
          <p:nvPr/>
        </p:nvSpPr>
        <p:spPr>
          <a:xfrm xmlns:a="http://schemas.openxmlformats.org/drawingml/2006/main">
            <a:off x="1504950" y="3390900"/>
            <a:ext cx="38100" cy="685800"/>
          </a:xfrm>
          <a:prstGeom xmlns:a="http://schemas.openxmlformats.org/drawingml/2006/main" prst="rect">
            <a:avLst/>
          </a:prstGeom>
          <a:solidFill xmlns:a="http://schemas.openxmlformats.org/drawingml/2006/main">
            <a:srgbClr val="14B8A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AC50785-E013-4A90-8703-476C096ADF6D}"/>
              </a:ext>
            </a:extLst>
          </p:cNvPr>
          <p:cNvSpPr>
            <a:spLocks xmlns:a="http://schemas.openxmlformats.org/drawingml/2006/main" noGrp="1"/>
          </p:cNvSpPr>
          <p:nvPr/>
        </p:nvSpPr>
        <p:spPr>
          <a:xfrm xmlns:a="http://schemas.openxmlformats.org/drawingml/2006/main">
            <a:off x="1790700" y="3409950"/>
            <a:ext cx="8477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100" b="1">
                <a:solidFill>
                  <a:srgbClr val="0B1F33"/>
                </a:solidFill>
                <a:latin typeface="Arial"/>
                <a:ea typeface="Arial"/>
                <a:cs typeface="Arial"/>
              </a:defRPr>
            </a:pPr>
            <a:r>
              <a:rPr sz="2100" b="1">
                <a:solidFill>
                  <a:srgbClr val="0B1F33"/>
                </a:solidFill>
                <a:latin typeface="Arial"/>
                <a:ea typeface="Arial"/>
                <a:cs typeface="Arial"/>
              </a:rPr>
              <a:t>Which existing Jira or Confluence workflow should be demonstrated next?</a:t>
            </a:r>
          </a:p>
        </p:txBody>
      </p:sp>
      <p:sp>
        <p:nvSpPr>
          <p:cNvPr id="14" name="">
            <a:extLst xmlns:a="http://schemas.openxmlformats.org/drawingml/2006/main">
              <a:ext uri="{FF2B5EF4-FFF2-40B4-BE49-F238E27FC236}">
                <a16:creationId xmlns:a16="http://schemas.microsoft.com/office/drawing/2014/main" id="{9BA9D96F-215A-46DD-868E-D2EAC89C9FD7}"/>
              </a:ext>
            </a:extLst>
          </p:cNvPr>
          <p:cNvSpPr>
            <a:spLocks xmlns:a="http://schemas.openxmlformats.org/drawingml/2006/main" noGrp="1"/>
          </p:cNvSpPr>
          <p:nvPr/>
        </p:nvSpPr>
        <p:spPr>
          <a:xfrm xmlns:a="http://schemas.openxmlformats.org/drawingml/2006/main">
            <a:off x="647700" y="4533900"/>
            <a:ext cx="704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850" b="1">
                <a:solidFill>
                  <a:srgbClr val="8A4B08"/>
                </a:solidFill>
                <a:latin typeface="Arial"/>
                <a:ea typeface="Arial"/>
                <a:cs typeface="Arial"/>
              </a:defRPr>
            </a:pPr>
            <a:r>
              <a:rPr sz="2850" b="1">
                <a:solidFill>
                  <a:srgbClr val="8A4B08"/>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51E6974E-573B-400A-A782-E0AD0306A69D}"/>
              </a:ext>
            </a:extLst>
          </p:cNvPr>
          <p:cNvSpPr>
            <a:spLocks xmlns:a="http://schemas.openxmlformats.org/drawingml/2006/main" noGrp="1"/>
          </p:cNvSpPr>
          <p:nvPr/>
        </p:nvSpPr>
        <p:spPr>
          <a:xfrm xmlns:a="http://schemas.openxmlformats.org/drawingml/2006/main">
            <a:off x="1504950" y="4514850"/>
            <a:ext cx="38100" cy="685800"/>
          </a:xfrm>
          <a:prstGeom xmlns:a="http://schemas.openxmlformats.org/drawingml/2006/main" prst="rect">
            <a:avLst/>
          </a:prstGeom>
          <a:solidFill xmlns:a="http://schemas.openxmlformats.org/drawingml/2006/main">
            <a:srgbClr val="F59E0B"/>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6EEE27DB-0588-4498-A533-07F8553AE79D}"/>
              </a:ext>
            </a:extLst>
          </p:cNvPr>
          <p:cNvSpPr>
            <a:spLocks xmlns:a="http://schemas.openxmlformats.org/drawingml/2006/main" noGrp="1"/>
          </p:cNvSpPr>
          <p:nvPr/>
        </p:nvSpPr>
        <p:spPr>
          <a:xfrm xmlns:a="http://schemas.openxmlformats.org/drawingml/2006/main">
            <a:off x="1790700" y="4533900"/>
            <a:ext cx="8477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100" b="1">
                <a:solidFill>
                  <a:srgbClr val="0B1F33"/>
                </a:solidFill>
                <a:latin typeface="Arial"/>
                <a:ea typeface="Arial"/>
                <a:cs typeface="Arial"/>
              </a:defRPr>
            </a:pPr>
            <a:r>
              <a:rPr sz="2100" b="1">
                <a:solidFill>
                  <a:srgbClr val="0B1F33"/>
                </a:solidFill>
                <a:latin typeface="Arial"/>
                <a:ea typeface="Arial"/>
                <a:cs typeface="Arial"/>
              </a:rPr>
              <a:t>What requirement or concern must be addressed before considering a pilot?</a:t>
            </a:r>
          </a:p>
        </p:txBody>
      </p:sp>
      <p:sp>
        <p:nvSpPr>
          <p:cNvPr id="17" name="">
            <a:extLst xmlns:a="http://schemas.openxmlformats.org/drawingml/2006/main">
              <a:ext uri="{FF2B5EF4-FFF2-40B4-BE49-F238E27FC236}">
                <a16:creationId xmlns:a16="http://schemas.microsoft.com/office/drawing/2014/main" id="{B0B4EC79-01D3-45A4-B1F4-2F2CF549D293}"/>
              </a:ext>
            </a:extLst>
          </p:cNvPr>
          <p:cNvSpPr>
            <a:spLocks xmlns:a="http://schemas.openxmlformats.org/drawingml/2006/main" noGrp="1"/>
          </p:cNvSpPr>
          <p:nvPr/>
        </p:nvSpPr>
        <p:spPr>
          <a:xfrm xmlns:a="http://schemas.openxmlformats.org/drawingml/2006/main">
            <a:off x="552450" y="5848350"/>
            <a:ext cx="10553700" cy="19050"/>
          </a:xfrm>
          <a:prstGeom xmlns:a="http://schemas.openxmlformats.org/drawingml/2006/main" prst="rect">
            <a:avLst/>
          </a:prstGeom>
          <a:solidFill xmlns:a="http://schemas.openxmlformats.org/drawingml/2006/main">
            <a:srgbClr val="C9D7E3"/>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6F425CF-6AF6-4F09-ACC7-36E948AB0F5C}"/>
              </a:ext>
            </a:extLst>
          </p:cNvPr>
          <p:cNvSpPr>
            <a:spLocks xmlns:a="http://schemas.openxmlformats.org/drawingml/2006/main" noGrp="1"/>
          </p:cNvSpPr>
          <p:nvPr/>
        </p:nvSpPr>
        <p:spPr>
          <a:xfrm xmlns:a="http://schemas.openxmlformats.org/drawingml/2006/main">
            <a:off x="552450" y="6076950"/>
            <a:ext cx="666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0F766E"/>
                </a:solidFill>
                <a:latin typeface="Arial"/>
                <a:ea typeface="Arial"/>
                <a:cs typeface="Arial"/>
              </a:defRPr>
            </a:pPr>
            <a:r>
              <a:rPr sz="1275" b="1">
                <a:solidFill>
                  <a:srgbClr val="0F766E"/>
                </a:solidFill>
                <a:latin typeface="Arial"/>
                <a:ea typeface="Arial"/>
                <a:cs typeface="Arial"/>
              </a:rPr>
              <a:t>Live prototype: azjester.github.io/J-C_Replace/</a:t>
            </a:r>
          </a:p>
        </p:txBody>
      </p:sp>
      <p:sp>
        <p:nvSpPr>
          <p:cNvPr id="19" name="">
            <a:extLst xmlns:a="http://schemas.openxmlformats.org/drawingml/2006/main">
              <a:ext uri="{FF2B5EF4-FFF2-40B4-BE49-F238E27FC236}">
                <a16:creationId xmlns:a16="http://schemas.microsoft.com/office/drawing/2014/main" id="{D6C990C1-FA6C-4BFA-A89C-9A7805EA312F}"/>
              </a:ext>
            </a:extLst>
          </p:cNvPr>
          <p:cNvSpPr>
            <a:spLocks xmlns:a="http://schemas.openxmlformats.org/drawingml/2006/main" noGrp="1"/>
          </p:cNvSpPr>
          <p:nvPr/>
        </p:nvSpPr>
        <p:spPr>
          <a:xfrm xmlns:a="http://schemas.openxmlformats.org/drawingml/2006/main">
            <a:off x="552450" y="6486525"/>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a:solidFill>
                  <a:srgbClr val="627D98"/>
                </a:solidFill>
                <a:latin typeface="Arial"/>
                <a:ea typeface="Arial"/>
                <a:cs typeface="Arial"/>
              </a:defRPr>
            </a:pPr>
            <a:r>
              <a:rPr sz="750" b="1">
                <a:solidFill>
                  <a:srgbClr val="627D98"/>
                </a:solidFill>
                <a:latin typeface="Arial"/>
                <a:ea typeface="Arial"/>
                <a:cs typeface="Arial"/>
              </a:rPr>
              <a:t>INTERACTIVE PRODUCT PROTOTYPE - SYNTHETIC DATA - NOT PRODUCTION CAPABILITY</a:t>
            </a:r>
          </a:p>
        </p:txBody>
      </p:sp>
    </p:spTree>
    <p:extLst>
      <p:ext uri="{BB962C8B-B14F-4D97-AF65-F5344CB8AC3E}">
        <p14:creationId xmlns:p14="http://schemas.microsoft.com/office/powerpoint/2010/main" val="1960667802"/>
      </p:ext>
    </p:extLst>
  </p:cSld>
</p:sld>
</file>

<file path=ppt/slides/slide8.xml><?xml version="1.0" encoding="utf-8"?>
<p:sld xmlns:p="http://schemas.openxmlformats.org/presentationml/2006/main">
  <p:cSld>
    <p:bg>
      <p:bgPr>
        <a:solidFill xmlns:a="http://schemas.openxmlformats.org/drawingml/2006/main">
          <a:srgbClr val="F3F7F9"/>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C409F693-ECE6-42AC-9283-7F34222D4CB0}"/>
              </a:ext>
            </a:extLst>
          </p:cNvPr>
          <p:cNvSpPr>
            <a:spLocks xmlns:a="http://schemas.openxmlformats.org/drawingml/2006/main" noGrp="1"/>
          </p:cNvSpPr>
          <p:nvPr/>
        </p:nvSpPr>
        <p:spPr>
          <a:xfrm xmlns:a="http://schemas.openxmlformats.org/drawingml/2006/main">
            <a:off x="0" y="0"/>
            <a:ext cx="12192000" cy="552450"/>
          </a:xfrm>
          <a:prstGeom xmlns:a="http://schemas.openxmlformats.org/drawingml/2006/main" prst="rect">
            <a:avLst/>
          </a:prstGeom>
          <a:solidFill xmlns:a="http://schemas.openxmlformats.org/drawingml/2006/main">
            <a:srgbClr val="0B1F3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01237A8-47C4-46C3-9736-8939C9F9C678}"/>
              </a:ext>
            </a:extLst>
          </p:cNvPr>
          <p:cNvSpPr>
            <a:spLocks xmlns:a="http://schemas.openxmlformats.org/drawingml/2006/main" noGrp="1"/>
          </p:cNvSpPr>
          <p:nvPr/>
        </p:nvSpPr>
        <p:spPr>
          <a:xfrm xmlns:a="http://schemas.openxmlformats.org/drawingml/2006/main">
            <a:off x="552450" y="133350"/>
            <a:ext cx="285750" cy="285750"/>
          </a:xfrm>
          <a:prstGeom xmlns:a="http://schemas.openxmlformats.org/drawingml/2006/main" prst="roundRect">
            <a:avLst>
              <a:gd name="adj" fmla="val 26667"/>
            </a:avLst>
          </a:prstGeom>
          <a:solidFill xmlns:a="http://schemas.openxmlformats.org/drawingml/2006/main">
            <a:srgbClr val="14B8A6"/>
          </a:solidFill>
          <a:ln xmlns:a="http://schemas.openxmlformats.org/drawingml/2006/main" w="9525">
            <a:solidFill>
              <a:srgbClr val="14B8A6"/>
            </a:solidFill>
            <a:prstDash val="solid"/>
          </a:ln>
        </p:spPr>
      </p:sp>
      <p:sp>
        <p:nvSpPr>
          <p:cNvPr id="3" name="">
            <a:extLst xmlns:a="http://schemas.openxmlformats.org/drawingml/2006/main">
              <a:ext uri="{FF2B5EF4-FFF2-40B4-BE49-F238E27FC236}">
                <a16:creationId xmlns:a16="http://schemas.microsoft.com/office/drawing/2014/main" id="{807C94B9-7D91-4784-ABDB-4B3C5906C5A0}"/>
              </a:ext>
            </a:extLst>
          </p:cNvPr>
          <p:cNvSpPr>
            <a:spLocks xmlns:a="http://schemas.openxmlformats.org/drawingml/2006/main" noGrp="1"/>
          </p:cNvSpPr>
          <p:nvPr/>
        </p:nvSpPr>
        <p:spPr>
          <a:xfrm xmlns:a="http://schemas.openxmlformats.org/drawingml/2006/main">
            <a:off x="552450" y="180975"/>
            <a:ext cx="28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1">
                <a:solidFill>
                  <a:srgbClr val="FFFFFF"/>
                </a:solidFill>
                <a:latin typeface="Arial"/>
                <a:ea typeface="Arial"/>
                <a:cs typeface="Arial"/>
              </a:defRPr>
            </a:pPr>
            <a:r>
              <a:rPr sz="1125" b="1">
                <a:solidFill>
                  <a:srgbClr val="FFFFFF"/>
                </a:solidFill>
                <a:latin typeface="Arial"/>
                <a:ea typeface="Arial"/>
                <a:cs typeface="Arial"/>
              </a:rPr>
              <a:t>U</a:t>
            </a:r>
          </a:p>
        </p:txBody>
      </p:sp>
      <p:sp>
        <p:nvSpPr>
          <p:cNvPr id="4" name="">
            <a:extLst xmlns:a="http://schemas.openxmlformats.org/drawingml/2006/main">
              <a:ext uri="{FF2B5EF4-FFF2-40B4-BE49-F238E27FC236}">
                <a16:creationId xmlns:a16="http://schemas.microsoft.com/office/drawing/2014/main" id="{5CC7D55F-7AE7-427F-94A6-5389DB5AED0D}"/>
              </a:ext>
            </a:extLst>
          </p:cNvPr>
          <p:cNvSpPr>
            <a:spLocks xmlns:a="http://schemas.openxmlformats.org/drawingml/2006/main" noGrp="1"/>
          </p:cNvSpPr>
          <p:nvPr/>
        </p:nvSpPr>
        <p:spPr>
          <a:xfrm xmlns:a="http://schemas.openxmlformats.org/drawingml/2006/main">
            <a:off x="990600" y="1905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14B8A6"/>
                </a:solidFill>
                <a:latin typeface="Arial"/>
                <a:ea typeface="Arial"/>
                <a:cs typeface="Arial"/>
              </a:defRPr>
            </a:pPr>
            <a:r>
              <a:rPr sz="900" b="1">
                <a:solidFill>
                  <a:srgbClr val="14B8A6"/>
                </a:solidFill>
                <a:latin typeface="Arial"/>
                <a:ea typeface="Arial"/>
                <a:cs typeface="Arial"/>
              </a:rPr>
              <a:t>UNIFIED PROJECT MANAGEMENT SUITE · APPENDIX</a:t>
            </a:r>
          </a:p>
        </p:txBody>
      </p:sp>
      <p:sp>
        <p:nvSpPr>
          <p:cNvPr id="5" name="">
            <a:extLst xmlns:a="http://schemas.openxmlformats.org/drawingml/2006/main">
              <a:ext uri="{FF2B5EF4-FFF2-40B4-BE49-F238E27FC236}">
                <a16:creationId xmlns:a16="http://schemas.microsoft.com/office/drawing/2014/main" id="{DBC218B4-C145-491F-83B0-A31C61E55A44}"/>
              </a:ext>
            </a:extLst>
          </p:cNvPr>
          <p:cNvSpPr>
            <a:spLocks xmlns:a="http://schemas.openxmlformats.org/drawingml/2006/main" noGrp="1"/>
          </p:cNvSpPr>
          <p:nvPr/>
        </p:nvSpPr>
        <p:spPr>
          <a:xfrm xmlns:a="http://schemas.openxmlformats.org/drawingml/2006/main">
            <a:off x="11068050" y="19050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00" b="1">
                <a:solidFill>
                  <a:srgbClr val="9FB3C8"/>
                </a:solidFill>
                <a:latin typeface="Arial"/>
                <a:ea typeface="Arial"/>
                <a:cs typeface="Arial"/>
              </a:defRPr>
            </a:pPr>
            <a:r>
              <a:rPr sz="900" b="1">
                <a:solidFill>
                  <a:srgbClr val="9FB3C8"/>
                </a:solidFill>
                <a:latin typeface="Arial"/>
                <a:ea typeface="Arial"/>
                <a:cs typeface="Arial"/>
              </a:rPr>
              <a:t>08</a:t>
            </a:r>
          </a:p>
        </p:txBody>
      </p:sp>
      <p:sp>
        <p:nvSpPr>
          <p:cNvPr id="6" name="">
            <a:extLst xmlns:a="http://schemas.openxmlformats.org/drawingml/2006/main">
              <a:ext uri="{FF2B5EF4-FFF2-40B4-BE49-F238E27FC236}">
                <a16:creationId xmlns:a16="http://schemas.microsoft.com/office/drawing/2014/main" id="{43A2826B-AAD5-41E4-8125-34F10276CFDE}"/>
              </a:ext>
            </a:extLst>
          </p:cNvPr>
          <p:cNvSpPr>
            <a:spLocks xmlns:a="http://schemas.openxmlformats.org/drawingml/2006/main" noGrp="1"/>
          </p:cNvSpPr>
          <p:nvPr/>
        </p:nvSpPr>
        <p:spPr>
          <a:xfrm xmlns:a="http://schemas.openxmlformats.org/drawingml/2006/main">
            <a:off x="552450" y="781050"/>
            <a:ext cx="110871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3150" b="1">
                <a:solidFill>
                  <a:srgbClr val="0B1F33"/>
                </a:solidFill>
                <a:latin typeface="Arial"/>
                <a:ea typeface="Arial"/>
                <a:cs typeface="Arial"/>
              </a:defRPr>
            </a:pPr>
            <a:r>
              <a:rPr sz="3150" b="1">
                <a:solidFill>
                  <a:srgbClr val="0B1F33"/>
                </a:solidFill>
                <a:latin typeface="Arial"/>
                <a:ea typeface="Arial"/>
                <a:cs typeface="Arial"/>
              </a:rPr>
              <a:t>Production requires a governed enterprise architecture.</a:t>
            </a:r>
          </a:p>
        </p:txBody>
      </p:sp>
      <p:sp>
        <p:nvSpPr>
          <p:cNvPr id="7" name="">
            <a:extLst xmlns:a="http://schemas.openxmlformats.org/drawingml/2006/main">
              <a:ext uri="{FF2B5EF4-FFF2-40B4-BE49-F238E27FC236}">
                <a16:creationId xmlns:a16="http://schemas.microsoft.com/office/drawing/2014/main" id="{86C80E97-53DE-49FB-834C-64AF78F881A7}"/>
              </a:ext>
            </a:extLst>
          </p:cNvPr>
          <p:cNvSpPr>
            <a:spLocks xmlns:a="http://schemas.openxmlformats.org/drawingml/2006/main" noGrp="1"/>
          </p:cNvSpPr>
          <p:nvPr/>
        </p:nvSpPr>
        <p:spPr>
          <a:xfrm xmlns:a="http://schemas.openxmlformats.org/drawingml/2006/main">
            <a:off x="552450" y="1390650"/>
            <a:ext cx="1066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0">
                <a:solidFill>
                  <a:srgbClr val="627D98"/>
                </a:solidFill>
                <a:latin typeface="Arial"/>
                <a:ea typeface="Arial"/>
                <a:cs typeface="Arial"/>
              </a:defRPr>
            </a:pPr>
            <a:r>
              <a:rPr sz="1425" b="0">
                <a:solidFill>
                  <a:srgbClr val="627D98"/>
                </a:solidFill>
                <a:latin typeface="Arial"/>
                <a:ea typeface="Arial"/>
                <a:cs typeface="Arial"/>
              </a:rPr>
              <a:t>Illustrative target architecture for Q&amp;A - the current concept is only the presentation layer and in-memory state.</a:t>
            </a:r>
          </a:p>
        </p:txBody>
      </p:sp>
      <p:sp>
        <p:nvSpPr>
          <p:cNvPr id="8" name="">
            <a:extLst xmlns:a="http://schemas.openxmlformats.org/drawingml/2006/main">
              <a:ext uri="{FF2B5EF4-FFF2-40B4-BE49-F238E27FC236}">
                <a16:creationId xmlns:a16="http://schemas.microsoft.com/office/drawing/2014/main" id="{2E12E65E-9DB7-471D-92D3-A8963AA4AB78}"/>
              </a:ext>
            </a:extLst>
          </p:cNvPr>
          <p:cNvSpPr>
            <a:spLocks xmlns:a="http://schemas.openxmlformats.org/drawingml/2006/main" noGrp="1"/>
          </p:cNvSpPr>
          <p:nvPr/>
        </p:nvSpPr>
        <p:spPr>
          <a:xfrm xmlns:a="http://schemas.openxmlformats.org/drawingml/2006/main">
            <a:off x="685800" y="2095500"/>
            <a:ext cx="108204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9D7E3"/>
            </a:solidFill>
            <a:prstDash val="solid"/>
          </a:ln>
        </p:spPr>
      </p:sp>
      <p:sp>
        <p:nvSpPr>
          <p:cNvPr id="9" name="">
            <a:extLst xmlns:a="http://schemas.openxmlformats.org/drawingml/2006/main">
              <a:ext uri="{FF2B5EF4-FFF2-40B4-BE49-F238E27FC236}">
                <a16:creationId xmlns:a16="http://schemas.microsoft.com/office/drawing/2014/main" id="{29F4A02E-3F95-4A70-B239-952990F16EC7}"/>
              </a:ext>
            </a:extLst>
          </p:cNvPr>
          <p:cNvSpPr>
            <a:spLocks xmlns:a="http://schemas.openxmlformats.org/drawingml/2006/main" noGrp="1"/>
          </p:cNvSpPr>
          <p:nvPr/>
        </p:nvSpPr>
        <p:spPr>
          <a:xfrm xmlns:a="http://schemas.openxmlformats.org/drawingml/2006/main">
            <a:off x="685800" y="2095500"/>
            <a:ext cx="76200" cy="552450"/>
          </a:xfrm>
          <a:prstGeom xmlns:a="http://schemas.openxmlformats.org/drawingml/2006/main" prst="rect">
            <a:avLst/>
          </a:prstGeom>
          <a:solidFill xmlns:a="http://schemas.openxmlformats.org/drawingml/2006/main">
            <a:srgbClr val="14B8A6"/>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3C8EB30-D01E-48CB-BD6B-5DCEA046EE97}"/>
              </a:ext>
            </a:extLst>
          </p:cNvPr>
          <p:cNvSpPr>
            <a:spLocks xmlns:a="http://schemas.openxmlformats.org/drawingml/2006/main" noGrp="1"/>
          </p:cNvSpPr>
          <p:nvPr/>
        </p:nvSpPr>
        <p:spPr>
          <a:xfrm xmlns:a="http://schemas.openxmlformats.org/drawingml/2006/main">
            <a:off x="971550" y="2266950"/>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0F766E"/>
                </a:solidFill>
                <a:latin typeface="Arial"/>
                <a:ea typeface="Arial"/>
                <a:cs typeface="Arial"/>
              </a:defRPr>
            </a:pPr>
            <a:r>
              <a:rPr sz="900" b="1">
                <a:solidFill>
                  <a:srgbClr val="0F766E"/>
                </a:solidFill>
                <a:latin typeface="Arial"/>
                <a:ea typeface="Arial"/>
                <a:cs typeface="Arial"/>
              </a:rPr>
              <a:t>EXPERIENCE</a:t>
            </a:r>
          </a:p>
        </p:txBody>
      </p:sp>
      <p:sp>
        <p:nvSpPr>
          <p:cNvPr id="11" name="">
            <a:extLst xmlns:a="http://schemas.openxmlformats.org/drawingml/2006/main">
              <a:ext uri="{FF2B5EF4-FFF2-40B4-BE49-F238E27FC236}">
                <a16:creationId xmlns:a16="http://schemas.microsoft.com/office/drawing/2014/main" id="{212E5B6D-F328-421D-97DD-10E7B5CA74A1}"/>
              </a:ext>
            </a:extLst>
          </p:cNvPr>
          <p:cNvSpPr>
            <a:spLocks xmlns:a="http://schemas.openxmlformats.org/drawingml/2006/main" noGrp="1"/>
          </p:cNvSpPr>
          <p:nvPr/>
        </p:nvSpPr>
        <p:spPr>
          <a:xfrm xmlns:a="http://schemas.openxmlformats.org/drawingml/2006/main">
            <a:off x="2857500" y="2238375"/>
            <a:ext cx="809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a:solidFill>
                  <a:srgbClr val="102A43"/>
                </a:solidFill>
                <a:latin typeface="Arial"/>
                <a:ea typeface="Arial"/>
                <a:cs typeface="Arial"/>
              </a:defRPr>
            </a:pPr>
            <a:r>
              <a:rPr sz="1425" b="1">
                <a:solidFill>
                  <a:srgbClr val="102A43"/>
                </a:solidFill>
                <a:latin typeface="Arial"/>
                <a:ea typeface="Arial"/>
                <a:cs typeface="Arial"/>
              </a:rPr>
              <a:t>Web application · mobile-responsive views · accessible workflows</a:t>
            </a:r>
          </a:p>
        </p:txBody>
      </p:sp>
      <p:sp>
        <p:nvSpPr>
          <p:cNvPr id="12" name="">
            <a:extLst xmlns:a="http://schemas.openxmlformats.org/drawingml/2006/main">
              <a:ext uri="{FF2B5EF4-FFF2-40B4-BE49-F238E27FC236}">
                <a16:creationId xmlns:a16="http://schemas.microsoft.com/office/drawing/2014/main" id="{4B4BB3A0-A148-45DF-BB56-6068C29F362A}"/>
              </a:ext>
            </a:extLst>
          </p:cNvPr>
          <p:cNvSpPr>
            <a:spLocks xmlns:a="http://schemas.openxmlformats.org/drawingml/2006/main" noGrp="1"/>
          </p:cNvSpPr>
          <p:nvPr/>
        </p:nvSpPr>
        <p:spPr>
          <a:xfrm xmlns:a="http://schemas.openxmlformats.org/drawingml/2006/main">
            <a:off x="685800" y="2838450"/>
            <a:ext cx="108204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9D7E3"/>
            </a:solidFill>
            <a:prstDash val="solid"/>
          </a:ln>
        </p:spPr>
      </p:sp>
      <p:sp>
        <p:nvSpPr>
          <p:cNvPr id="13" name="">
            <a:extLst xmlns:a="http://schemas.openxmlformats.org/drawingml/2006/main">
              <a:ext uri="{FF2B5EF4-FFF2-40B4-BE49-F238E27FC236}">
                <a16:creationId xmlns:a16="http://schemas.microsoft.com/office/drawing/2014/main" id="{DC9E2B22-3098-42C5-9428-C8D065B7E329}"/>
              </a:ext>
            </a:extLst>
          </p:cNvPr>
          <p:cNvSpPr>
            <a:spLocks xmlns:a="http://schemas.openxmlformats.org/drawingml/2006/main" noGrp="1"/>
          </p:cNvSpPr>
          <p:nvPr/>
        </p:nvSpPr>
        <p:spPr>
          <a:xfrm xmlns:a="http://schemas.openxmlformats.org/drawingml/2006/main">
            <a:off x="685800" y="2838450"/>
            <a:ext cx="76200" cy="552450"/>
          </a:xfrm>
          <a:prstGeom xmlns:a="http://schemas.openxmlformats.org/drawingml/2006/main" prst="rect">
            <a:avLst/>
          </a:prstGeom>
          <a:solidFill xmlns:a="http://schemas.openxmlformats.org/drawingml/2006/main">
            <a:srgbClr val="F59E0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77A306B-5E0E-43FF-B772-B53AB197B2DE}"/>
              </a:ext>
            </a:extLst>
          </p:cNvPr>
          <p:cNvSpPr>
            <a:spLocks xmlns:a="http://schemas.openxmlformats.org/drawingml/2006/main" noGrp="1"/>
          </p:cNvSpPr>
          <p:nvPr/>
        </p:nvSpPr>
        <p:spPr>
          <a:xfrm xmlns:a="http://schemas.openxmlformats.org/drawingml/2006/main">
            <a:off x="971550" y="3009900"/>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8A4B08"/>
                </a:solidFill>
                <a:latin typeface="Arial"/>
                <a:ea typeface="Arial"/>
                <a:cs typeface="Arial"/>
              </a:defRPr>
            </a:pPr>
            <a:r>
              <a:rPr sz="900" b="1">
                <a:solidFill>
                  <a:srgbClr val="8A4B08"/>
                </a:solidFill>
                <a:latin typeface="Arial"/>
                <a:ea typeface="Arial"/>
                <a:cs typeface="Arial"/>
              </a:rPr>
              <a:t>CONTROL</a:t>
            </a:r>
          </a:p>
        </p:txBody>
      </p:sp>
      <p:sp>
        <p:nvSpPr>
          <p:cNvPr id="15" name="">
            <a:extLst xmlns:a="http://schemas.openxmlformats.org/drawingml/2006/main">
              <a:ext uri="{FF2B5EF4-FFF2-40B4-BE49-F238E27FC236}">
                <a16:creationId xmlns:a16="http://schemas.microsoft.com/office/drawing/2014/main" id="{B8ABDE08-C88F-4FBB-8FEA-4838D657063B}"/>
              </a:ext>
            </a:extLst>
          </p:cNvPr>
          <p:cNvSpPr>
            <a:spLocks xmlns:a="http://schemas.openxmlformats.org/drawingml/2006/main" noGrp="1"/>
          </p:cNvSpPr>
          <p:nvPr/>
        </p:nvSpPr>
        <p:spPr>
          <a:xfrm xmlns:a="http://schemas.openxmlformats.org/drawingml/2006/main">
            <a:off x="2857500" y="2981325"/>
            <a:ext cx="809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a:solidFill>
                  <a:srgbClr val="102A43"/>
                </a:solidFill>
                <a:latin typeface="Arial"/>
                <a:ea typeface="Arial"/>
                <a:cs typeface="Arial"/>
              </a:defRPr>
            </a:pPr>
            <a:r>
              <a:rPr sz="1425" b="1">
                <a:solidFill>
                  <a:srgbClr val="102A43"/>
                </a:solidFill>
                <a:latin typeface="Arial"/>
                <a:ea typeface="Arial"/>
                <a:cs typeface="Arial"/>
              </a:rPr>
              <a:t>SSO · role and attribute permissions · policy enforcement · approvals</a:t>
            </a:r>
          </a:p>
        </p:txBody>
      </p:sp>
      <p:sp>
        <p:nvSpPr>
          <p:cNvPr id="16" name="">
            <a:extLst xmlns:a="http://schemas.openxmlformats.org/drawingml/2006/main">
              <a:ext uri="{FF2B5EF4-FFF2-40B4-BE49-F238E27FC236}">
                <a16:creationId xmlns:a16="http://schemas.microsoft.com/office/drawing/2014/main" id="{A41C8CE6-34E1-4362-A3D9-EF98AA870705}"/>
              </a:ext>
            </a:extLst>
          </p:cNvPr>
          <p:cNvSpPr>
            <a:spLocks xmlns:a="http://schemas.openxmlformats.org/drawingml/2006/main" noGrp="1"/>
          </p:cNvSpPr>
          <p:nvPr/>
        </p:nvSpPr>
        <p:spPr>
          <a:xfrm xmlns:a="http://schemas.openxmlformats.org/drawingml/2006/main">
            <a:off x="685800" y="3581400"/>
            <a:ext cx="108204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9D7E3"/>
            </a:solidFill>
            <a:prstDash val="solid"/>
          </a:ln>
        </p:spPr>
      </p:sp>
      <p:sp>
        <p:nvSpPr>
          <p:cNvPr id="17" name="">
            <a:extLst xmlns:a="http://schemas.openxmlformats.org/drawingml/2006/main">
              <a:ext uri="{FF2B5EF4-FFF2-40B4-BE49-F238E27FC236}">
                <a16:creationId xmlns:a16="http://schemas.microsoft.com/office/drawing/2014/main" id="{861AF8F0-4580-4CF0-93EC-447FF0AC11CB}"/>
              </a:ext>
            </a:extLst>
          </p:cNvPr>
          <p:cNvSpPr>
            <a:spLocks xmlns:a="http://schemas.openxmlformats.org/drawingml/2006/main" noGrp="1"/>
          </p:cNvSpPr>
          <p:nvPr/>
        </p:nvSpPr>
        <p:spPr>
          <a:xfrm xmlns:a="http://schemas.openxmlformats.org/drawingml/2006/main">
            <a:off x="685800" y="3581400"/>
            <a:ext cx="76200" cy="552450"/>
          </a:xfrm>
          <a:prstGeom xmlns:a="http://schemas.openxmlformats.org/drawingml/2006/main" prst="rect">
            <a:avLst/>
          </a:prstGeom>
          <a:solidFill xmlns:a="http://schemas.openxmlformats.org/drawingml/2006/main">
            <a:srgbClr val="14B8A6"/>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8A3841B-453C-49C9-BC1B-0E456E2096AC}"/>
              </a:ext>
            </a:extLst>
          </p:cNvPr>
          <p:cNvSpPr>
            <a:spLocks xmlns:a="http://schemas.openxmlformats.org/drawingml/2006/main" noGrp="1"/>
          </p:cNvSpPr>
          <p:nvPr/>
        </p:nvSpPr>
        <p:spPr>
          <a:xfrm xmlns:a="http://schemas.openxmlformats.org/drawingml/2006/main">
            <a:off x="971550" y="3752850"/>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0F766E"/>
                </a:solidFill>
                <a:latin typeface="Arial"/>
                <a:ea typeface="Arial"/>
                <a:cs typeface="Arial"/>
              </a:defRPr>
            </a:pPr>
            <a:r>
              <a:rPr sz="900" b="1">
                <a:solidFill>
                  <a:srgbClr val="0F766E"/>
                </a:solidFill>
                <a:latin typeface="Arial"/>
                <a:ea typeface="Arial"/>
                <a:cs typeface="Arial"/>
              </a:rPr>
              <a:t>DOMAIN</a:t>
            </a:r>
          </a:p>
        </p:txBody>
      </p:sp>
      <p:sp>
        <p:nvSpPr>
          <p:cNvPr id="19" name="">
            <a:extLst xmlns:a="http://schemas.openxmlformats.org/drawingml/2006/main">
              <a:ext uri="{FF2B5EF4-FFF2-40B4-BE49-F238E27FC236}">
                <a16:creationId xmlns:a16="http://schemas.microsoft.com/office/drawing/2014/main" id="{E94F8BFB-2990-40B5-9483-AEEE764F81B4}"/>
              </a:ext>
            </a:extLst>
          </p:cNvPr>
          <p:cNvSpPr>
            <a:spLocks xmlns:a="http://schemas.openxmlformats.org/drawingml/2006/main" noGrp="1"/>
          </p:cNvSpPr>
          <p:nvPr/>
        </p:nvSpPr>
        <p:spPr>
          <a:xfrm xmlns:a="http://schemas.openxmlformats.org/drawingml/2006/main">
            <a:off x="2857500" y="3724275"/>
            <a:ext cx="809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a:solidFill>
                  <a:srgbClr val="102A43"/>
                </a:solidFill>
                <a:latin typeface="Arial"/>
                <a:ea typeface="Arial"/>
                <a:cs typeface="Arial"/>
              </a:defRPr>
            </a:pPr>
            <a:r>
              <a:rPr sz="1425" b="1">
                <a:solidFill>
                  <a:srgbClr val="102A43"/>
                </a:solidFill>
                <a:latin typeface="Arial"/>
                <a:ea typeface="Arial"/>
                <a:cs typeface="Arial"/>
              </a:rPr>
              <a:t>Work · knowledge · decisions · risks · search · reports · automation</a:t>
            </a:r>
          </a:p>
        </p:txBody>
      </p:sp>
      <p:sp>
        <p:nvSpPr>
          <p:cNvPr id="20" name="">
            <a:extLst xmlns:a="http://schemas.openxmlformats.org/drawingml/2006/main">
              <a:ext uri="{FF2B5EF4-FFF2-40B4-BE49-F238E27FC236}">
                <a16:creationId xmlns:a16="http://schemas.microsoft.com/office/drawing/2014/main" id="{FA5F13E4-590F-4187-9F4B-44763911C473}"/>
              </a:ext>
            </a:extLst>
          </p:cNvPr>
          <p:cNvSpPr>
            <a:spLocks xmlns:a="http://schemas.openxmlformats.org/drawingml/2006/main" noGrp="1"/>
          </p:cNvSpPr>
          <p:nvPr/>
        </p:nvSpPr>
        <p:spPr>
          <a:xfrm xmlns:a="http://schemas.openxmlformats.org/drawingml/2006/main">
            <a:off x="685800" y="4324350"/>
            <a:ext cx="108204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9D7E3"/>
            </a:solidFill>
            <a:prstDash val="solid"/>
          </a:ln>
        </p:spPr>
      </p:sp>
      <p:sp>
        <p:nvSpPr>
          <p:cNvPr id="21" name="">
            <a:extLst xmlns:a="http://schemas.openxmlformats.org/drawingml/2006/main">
              <a:ext uri="{FF2B5EF4-FFF2-40B4-BE49-F238E27FC236}">
                <a16:creationId xmlns:a16="http://schemas.microsoft.com/office/drawing/2014/main" id="{88C2234C-5F74-4F54-A33F-2732BC9F1C56}"/>
              </a:ext>
            </a:extLst>
          </p:cNvPr>
          <p:cNvSpPr>
            <a:spLocks xmlns:a="http://schemas.openxmlformats.org/drawingml/2006/main" noGrp="1"/>
          </p:cNvSpPr>
          <p:nvPr/>
        </p:nvSpPr>
        <p:spPr>
          <a:xfrm xmlns:a="http://schemas.openxmlformats.org/drawingml/2006/main">
            <a:off x="685800" y="4324350"/>
            <a:ext cx="76200" cy="552450"/>
          </a:xfrm>
          <a:prstGeom xmlns:a="http://schemas.openxmlformats.org/drawingml/2006/main" prst="rect">
            <a:avLst/>
          </a:prstGeom>
          <a:solidFill xmlns:a="http://schemas.openxmlformats.org/drawingml/2006/main">
            <a:srgbClr val="13795B"/>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1D366267-F922-4D4F-AA00-EAEC16218B7A}"/>
              </a:ext>
            </a:extLst>
          </p:cNvPr>
          <p:cNvSpPr>
            <a:spLocks xmlns:a="http://schemas.openxmlformats.org/drawingml/2006/main" noGrp="1"/>
          </p:cNvSpPr>
          <p:nvPr/>
        </p:nvSpPr>
        <p:spPr>
          <a:xfrm xmlns:a="http://schemas.openxmlformats.org/drawingml/2006/main">
            <a:off x="971550" y="4495800"/>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13795B"/>
                </a:solidFill>
                <a:latin typeface="Arial"/>
                <a:ea typeface="Arial"/>
                <a:cs typeface="Arial"/>
              </a:defRPr>
            </a:pPr>
            <a:r>
              <a:rPr sz="900" b="1">
                <a:solidFill>
                  <a:srgbClr val="13795B"/>
                </a:solidFill>
                <a:latin typeface="Arial"/>
                <a:ea typeface="Arial"/>
                <a:cs typeface="Arial"/>
              </a:rPr>
              <a:t>DATA</a:t>
            </a:r>
          </a:p>
        </p:txBody>
      </p:sp>
      <p:sp>
        <p:nvSpPr>
          <p:cNvPr id="23" name="">
            <a:extLst xmlns:a="http://schemas.openxmlformats.org/drawingml/2006/main">
              <a:ext uri="{FF2B5EF4-FFF2-40B4-BE49-F238E27FC236}">
                <a16:creationId xmlns:a16="http://schemas.microsoft.com/office/drawing/2014/main" id="{BB238466-942E-4614-8EF3-66F5B4477E2C}"/>
              </a:ext>
            </a:extLst>
          </p:cNvPr>
          <p:cNvSpPr>
            <a:spLocks xmlns:a="http://schemas.openxmlformats.org/drawingml/2006/main" noGrp="1"/>
          </p:cNvSpPr>
          <p:nvPr/>
        </p:nvSpPr>
        <p:spPr>
          <a:xfrm xmlns:a="http://schemas.openxmlformats.org/drawingml/2006/main">
            <a:off x="2857500" y="4467225"/>
            <a:ext cx="809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a:solidFill>
                  <a:srgbClr val="102A43"/>
                </a:solidFill>
                <a:latin typeface="Arial"/>
                <a:ea typeface="Arial"/>
                <a:cs typeface="Arial"/>
              </a:defRPr>
            </a:pPr>
            <a:r>
              <a:rPr sz="1425" b="1">
                <a:solidFill>
                  <a:srgbClr val="102A43"/>
                </a:solidFill>
                <a:latin typeface="Arial"/>
                <a:ea typeface="Arial"/>
                <a:cs typeface="Arial"/>
              </a:rPr>
              <a:t>Relational records · object storage · immutable audit · indexing · backup</a:t>
            </a:r>
          </a:p>
        </p:txBody>
      </p:sp>
      <p:sp>
        <p:nvSpPr>
          <p:cNvPr id="24" name="">
            <a:extLst xmlns:a="http://schemas.openxmlformats.org/drawingml/2006/main">
              <a:ext uri="{FF2B5EF4-FFF2-40B4-BE49-F238E27FC236}">
                <a16:creationId xmlns:a16="http://schemas.microsoft.com/office/drawing/2014/main" id="{605D7685-1EF4-4431-9968-F86C880AC32D}"/>
              </a:ext>
            </a:extLst>
          </p:cNvPr>
          <p:cNvSpPr>
            <a:spLocks xmlns:a="http://schemas.openxmlformats.org/drawingml/2006/main" noGrp="1"/>
          </p:cNvSpPr>
          <p:nvPr/>
        </p:nvSpPr>
        <p:spPr>
          <a:xfrm xmlns:a="http://schemas.openxmlformats.org/drawingml/2006/main">
            <a:off x="685800" y="5067300"/>
            <a:ext cx="108204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9D7E3"/>
            </a:solidFill>
            <a:prstDash val="solid"/>
          </a:ln>
        </p:spPr>
      </p:sp>
      <p:sp>
        <p:nvSpPr>
          <p:cNvPr id="25" name="">
            <a:extLst xmlns:a="http://schemas.openxmlformats.org/drawingml/2006/main">
              <a:ext uri="{FF2B5EF4-FFF2-40B4-BE49-F238E27FC236}">
                <a16:creationId xmlns:a16="http://schemas.microsoft.com/office/drawing/2014/main" id="{A807CBA5-39A6-42C0-8957-6C2E24A043DD}"/>
              </a:ext>
            </a:extLst>
          </p:cNvPr>
          <p:cNvSpPr>
            <a:spLocks xmlns:a="http://schemas.openxmlformats.org/drawingml/2006/main" noGrp="1"/>
          </p:cNvSpPr>
          <p:nvPr/>
        </p:nvSpPr>
        <p:spPr>
          <a:xfrm xmlns:a="http://schemas.openxmlformats.org/drawingml/2006/main">
            <a:off x="685800" y="5067300"/>
            <a:ext cx="76200" cy="552450"/>
          </a:xfrm>
          <a:prstGeom xmlns:a="http://schemas.openxmlformats.org/drawingml/2006/main" prst="rect">
            <a:avLst/>
          </a:prstGeom>
          <a:solidFill xmlns:a="http://schemas.openxmlformats.org/drawingml/2006/main">
            <a:srgbClr val="14B8A6"/>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DA9A65A9-CA75-460E-9199-8B7B267F8C4E}"/>
              </a:ext>
            </a:extLst>
          </p:cNvPr>
          <p:cNvSpPr>
            <a:spLocks xmlns:a="http://schemas.openxmlformats.org/drawingml/2006/main" noGrp="1"/>
          </p:cNvSpPr>
          <p:nvPr/>
        </p:nvSpPr>
        <p:spPr>
          <a:xfrm xmlns:a="http://schemas.openxmlformats.org/drawingml/2006/main">
            <a:off x="971550" y="5238750"/>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0F766E"/>
                </a:solidFill>
                <a:latin typeface="Arial"/>
                <a:ea typeface="Arial"/>
                <a:cs typeface="Arial"/>
              </a:defRPr>
            </a:pPr>
            <a:r>
              <a:rPr sz="900" b="1">
                <a:solidFill>
                  <a:srgbClr val="0F766E"/>
                </a:solidFill>
                <a:latin typeface="Arial"/>
                <a:ea typeface="Arial"/>
                <a:cs typeface="Arial"/>
              </a:rPr>
              <a:t>INTEGRATION</a:t>
            </a:r>
          </a:p>
        </p:txBody>
      </p:sp>
      <p:sp>
        <p:nvSpPr>
          <p:cNvPr id="27" name="">
            <a:extLst xmlns:a="http://schemas.openxmlformats.org/drawingml/2006/main">
              <a:ext uri="{FF2B5EF4-FFF2-40B4-BE49-F238E27FC236}">
                <a16:creationId xmlns:a16="http://schemas.microsoft.com/office/drawing/2014/main" id="{3F9C333F-5D5F-4CB1-8668-C772F9D58F02}"/>
              </a:ext>
            </a:extLst>
          </p:cNvPr>
          <p:cNvSpPr>
            <a:spLocks xmlns:a="http://schemas.openxmlformats.org/drawingml/2006/main" noGrp="1"/>
          </p:cNvSpPr>
          <p:nvPr/>
        </p:nvSpPr>
        <p:spPr>
          <a:xfrm xmlns:a="http://schemas.openxmlformats.org/drawingml/2006/main">
            <a:off x="2857500" y="5210175"/>
            <a:ext cx="809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a:solidFill>
                  <a:srgbClr val="102A43"/>
                </a:solidFill>
                <a:latin typeface="Arial"/>
                <a:ea typeface="Arial"/>
                <a:cs typeface="Arial"/>
              </a:defRPr>
            </a:pPr>
            <a:r>
              <a:rPr sz="1425" b="1">
                <a:solidFill>
                  <a:srgbClr val="102A43"/>
                </a:solidFill>
                <a:latin typeface="Arial"/>
                <a:ea typeface="Arial"/>
                <a:cs typeface="Arial"/>
              </a:rPr>
              <a:t>GitHub · Microsoft Teams · BI · email · migration connectors · APIs</a:t>
            </a:r>
          </a:p>
        </p:txBody>
      </p:sp>
      <p:sp>
        <p:nvSpPr>
          <p:cNvPr id="28" name="">
            <a:extLst xmlns:a="http://schemas.openxmlformats.org/drawingml/2006/main">
              <a:ext uri="{FF2B5EF4-FFF2-40B4-BE49-F238E27FC236}">
                <a16:creationId xmlns:a16="http://schemas.microsoft.com/office/drawing/2014/main" id="{3EB4B155-1304-459D-BA10-6C1E0ABDD008}"/>
              </a:ext>
            </a:extLst>
          </p:cNvPr>
          <p:cNvSpPr>
            <a:spLocks xmlns:a="http://schemas.openxmlformats.org/drawingml/2006/main" noGrp="1"/>
          </p:cNvSpPr>
          <p:nvPr/>
        </p:nvSpPr>
        <p:spPr>
          <a:xfrm xmlns:a="http://schemas.openxmlformats.org/drawingml/2006/main">
            <a:off x="552450" y="6486525"/>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a:solidFill>
                  <a:srgbClr val="627D98"/>
                </a:solidFill>
                <a:latin typeface="Arial"/>
                <a:ea typeface="Arial"/>
                <a:cs typeface="Arial"/>
              </a:defRPr>
            </a:pPr>
            <a:r>
              <a:rPr sz="750" b="1">
                <a:solidFill>
                  <a:srgbClr val="627D98"/>
                </a:solidFill>
                <a:latin typeface="Arial"/>
                <a:ea typeface="Arial"/>
                <a:cs typeface="Arial"/>
              </a:rPr>
              <a:t>INTERACTIVE PRODUCT PROTOTYPE - SYNTHETIC DATA - NOT PRODUCTION CAPABILITY</a:t>
            </a:r>
          </a:p>
        </p:txBody>
      </p:sp>
    </p:spTree>
    <p:extLst>
      <p:ext uri="{BB962C8B-B14F-4D97-AF65-F5344CB8AC3E}">
        <p14:creationId xmlns:p14="http://schemas.microsoft.com/office/powerpoint/2010/main" val="2096691229"/>
      </p:ext>
    </p:extLst>
  </p:cSld>
</p:sld>
</file>

<file path=ppt/slides/slide9.xml><?xml version="1.0" encoding="utf-8"?>
<p:sld xmlns:p="http://schemas.openxmlformats.org/presentationml/2006/main">
  <p:cSld>
    <p:bg>
      <p:bgPr>
        <a:solidFill xmlns:a="http://schemas.openxmlformats.org/drawingml/2006/main">
          <a:srgbClr val="173A50"/>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FC40D7F1-6FE2-4C35-9243-21F9896E8991}"/>
              </a:ext>
            </a:extLst>
          </p:cNvPr>
          <p:cNvSpPr>
            <a:spLocks xmlns:a="http://schemas.openxmlformats.org/drawingml/2006/main" noGrp="1"/>
          </p:cNvSpPr>
          <p:nvPr/>
        </p:nvSpPr>
        <p:spPr>
          <a:xfrm xmlns:a="http://schemas.openxmlformats.org/drawingml/2006/main">
            <a:off x="0" y="0"/>
            <a:ext cx="12192000" cy="552450"/>
          </a:xfrm>
          <a:prstGeom xmlns:a="http://schemas.openxmlformats.org/drawingml/2006/main" prst="rect">
            <a:avLst/>
          </a:prstGeom>
          <a:solidFill xmlns:a="http://schemas.openxmlformats.org/drawingml/2006/main">
            <a:srgbClr val="0B1F3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F5969A6-91FD-4371-A6A2-1D4E6FF12AA6}"/>
              </a:ext>
            </a:extLst>
          </p:cNvPr>
          <p:cNvSpPr>
            <a:spLocks xmlns:a="http://schemas.openxmlformats.org/drawingml/2006/main" noGrp="1"/>
          </p:cNvSpPr>
          <p:nvPr/>
        </p:nvSpPr>
        <p:spPr>
          <a:xfrm xmlns:a="http://schemas.openxmlformats.org/drawingml/2006/main">
            <a:off x="552450" y="133350"/>
            <a:ext cx="285750" cy="285750"/>
          </a:xfrm>
          <a:prstGeom xmlns:a="http://schemas.openxmlformats.org/drawingml/2006/main" prst="roundRect">
            <a:avLst>
              <a:gd name="adj" fmla="val 26667"/>
            </a:avLst>
          </a:prstGeom>
          <a:solidFill xmlns:a="http://schemas.openxmlformats.org/drawingml/2006/main">
            <a:srgbClr val="14B8A6"/>
          </a:solidFill>
          <a:ln xmlns:a="http://schemas.openxmlformats.org/drawingml/2006/main" w="9525">
            <a:solidFill>
              <a:srgbClr val="14B8A6"/>
            </a:solidFill>
            <a:prstDash val="solid"/>
          </a:ln>
        </p:spPr>
      </p:sp>
      <p:sp>
        <p:nvSpPr>
          <p:cNvPr id="3" name="">
            <a:extLst xmlns:a="http://schemas.openxmlformats.org/drawingml/2006/main">
              <a:ext uri="{FF2B5EF4-FFF2-40B4-BE49-F238E27FC236}">
                <a16:creationId xmlns:a16="http://schemas.microsoft.com/office/drawing/2014/main" id="{82DB48D4-C63D-435C-BF75-75CE9A05CCB1}"/>
              </a:ext>
            </a:extLst>
          </p:cNvPr>
          <p:cNvSpPr>
            <a:spLocks xmlns:a="http://schemas.openxmlformats.org/drawingml/2006/main" noGrp="1"/>
          </p:cNvSpPr>
          <p:nvPr/>
        </p:nvSpPr>
        <p:spPr>
          <a:xfrm xmlns:a="http://schemas.openxmlformats.org/drawingml/2006/main">
            <a:off x="552450" y="180975"/>
            <a:ext cx="28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1">
                <a:solidFill>
                  <a:srgbClr val="FFFFFF"/>
                </a:solidFill>
                <a:latin typeface="Arial"/>
                <a:ea typeface="Arial"/>
                <a:cs typeface="Arial"/>
              </a:defRPr>
            </a:pPr>
            <a:r>
              <a:rPr sz="1125" b="1">
                <a:solidFill>
                  <a:srgbClr val="FFFFFF"/>
                </a:solidFill>
                <a:latin typeface="Arial"/>
                <a:ea typeface="Arial"/>
                <a:cs typeface="Arial"/>
              </a:rPr>
              <a:t>U</a:t>
            </a:r>
          </a:p>
        </p:txBody>
      </p:sp>
      <p:sp>
        <p:nvSpPr>
          <p:cNvPr id="4" name="">
            <a:extLst xmlns:a="http://schemas.openxmlformats.org/drawingml/2006/main">
              <a:ext uri="{FF2B5EF4-FFF2-40B4-BE49-F238E27FC236}">
                <a16:creationId xmlns:a16="http://schemas.microsoft.com/office/drawing/2014/main" id="{C648FD33-814B-4AA9-9BFF-6D22882C28F0}"/>
              </a:ext>
            </a:extLst>
          </p:cNvPr>
          <p:cNvSpPr>
            <a:spLocks xmlns:a="http://schemas.openxmlformats.org/drawingml/2006/main" noGrp="1"/>
          </p:cNvSpPr>
          <p:nvPr/>
        </p:nvSpPr>
        <p:spPr>
          <a:xfrm xmlns:a="http://schemas.openxmlformats.org/drawingml/2006/main">
            <a:off x="990600" y="1905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14B8A6"/>
                </a:solidFill>
                <a:latin typeface="Arial"/>
                <a:ea typeface="Arial"/>
                <a:cs typeface="Arial"/>
              </a:defRPr>
            </a:pPr>
            <a:r>
              <a:rPr sz="900" b="1">
                <a:solidFill>
                  <a:srgbClr val="14B8A6"/>
                </a:solidFill>
                <a:latin typeface="Arial"/>
                <a:ea typeface="Arial"/>
                <a:cs typeface="Arial"/>
              </a:rPr>
              <a:t>UNIFIED PROJECT MANAGEMENT SUITE · APPENDIX</a:t>
            </a:r>
          </a:p>
        </p:txBody>
      </p:sp>
      <p:sp>
        <p:nvSpPr>
          <p:cNvPr id="5" name="">
            <a:extLst xmlns:a="http://schemas.openxmlformats.org/drawingml/2006/main">
              <a:ext uri="{FF2B5EF4-FFF2-40B4-BE49-F238E27FC236}">
                <a16:creationId xmlns:a16="http://schemas.microsoft.com/office/drawing/2014/main" id="{12DD18F0-9FD5-48BC-A54B-312B16571AAF}"/>
              </a:ext>
            </a:extLst>
          </p:cNvPr>
          <p:cNvSpPr>
            <a:spLocks xmlns:a="http://schemas.openxmlformats.org/drawingml/2006/main" noGrp="1"/>
          </p:cNvSpPr>
          <p:nvPr/>
        </p:nvSpPr>
        <p:spPr>
          <a:xfrm xmlns:a="http://schemas.openxmlformats.org/drawingml/2006/main">
            <a:off x="11068050" y="19050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00" b="1">
                <a:solidFill>
                  <a:srgbClr val="9FB3C8"/>
                </a:solidFill>
                <a:latin typeface="Arial"/>
                <a:ea typeface="Arial"/>
                <a:cs typeface="Arial"/>
              </a:defRPr>
            </a:pPr>
            <a:r>
              <a:rPr sz="900" b="1">
                <a:solidFill>
                  <a:srgbClr val="9FB3C8"/>
                </a:solidFill>
                <a:latin typeface="Arial"/>
                <a:ea typeface="Arial"/>
                <a:cs typeface="Arial"/>
              </a:rPr>
              <a:t>09</a:t>
            </a:r>
          </a:p>
        </p:txBody>
      </p:sp>
      <p:sp>
        <p:nvSpPr>
          <p:cNvPr id="6" name="">
            <a:extLst xmlns:a="http://schemas.openxmlformats.org/drawingml/2006/main">
              <a:ext uri="{FF2B5EF4-FFF2-40B4-BE49-F238E27FC236}">
                <a16:creationId xmlns:a16="http://schemas.microsoft.com/office/drawing/2014/main" id="{A6FD532F-1EB0-442B-8AFA-E5BE4738574E}"/>
              </a:ext>
            </a:extLst>
          </p:cNvPr>
          <p:cNvSpPr>
            <a:spLocks xmlns:a="http://schemas.openxmlformats.org/drawingml/2006/main" noGrp="1"/>
          </p:cNvSpPr>
          <p:nvPr/>
        </p:nvSpPr>
        <p:spPr>
          <a:xfrm xmlns:a="http://schemas.openxmlformats.org/drawingml/2006/main">
            <a:off x="552450" y="781050"/>
            <a:ext cx="110871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3150" b="1">
                <a:solidFill>
                  <a:srgbClr val="F7FAFC"/>
                </a:solidFill>
                <a:latin typeface="Arial"/>
                <a:ea typeface="Arial"/>
                <a:cs typeface="Arial"/>
              </a:defRPr>
            </a:pPr>
            <a:r>
              <a:rPr sz="3150" b="1">
                <a:solidFill>
                  <a:srgbClr val="F7FAFC"/>
                </a:solidFill>
                <a:latin typeface="Arial"/>
                <a:ea typeface="Arial"/>
                <a:cs typeface="Arial"/>
              </a:rPr>
              <a:t>Migration should prove fidelity before cutover.</a:t>
            </a:r>
          </a:p>
        </p:txBody>
      </p:sp>
      <p:sp>
        <p:nvSpPr>
          <p:cNvPr id="7" name="">
            <a:extLst xmlns:a="http://schemas.openxmlformats.org/drawingml/2006/main">
              <a:ext uri="{FF2B5EF4-FFF2-40B4-BE49-F238E27FC236}">
                <a16:creationId xmlns:a16="http://schemas.microsoft.com/office/drawing/2014/main" id="{2817B366-7566-4E78-B178-D73E01279547}"/>
              </a:ext>
            </a:extLst>
          </p:cNvPr>
          <p:cNvSpPr>
            <a:spLocks xmlns:a="http://schemas.openxmlformats.org/drawingml/2006/main" noGrp="1"/>
          </p:cNvSpPr>
          <p:nvPr/>
        </p:nvSpPr>
        <p:spPr>
          <a:xfrm xmlns:a="http://schemas.openxmlformats.org/drawingml/2006/main">
            <a:off x="552450" y="13906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0">
                <a:solidFill>
                  <a:srgbClr val="D9E5EC"/>
                </a:solidFill>
                <a:latin typeface="Arial"/>
                <a:ea typeface="Arial"/>
                <a:cs typeface="Arial"/>
              </a:defRPr>
            </a:pPr>
            <a:r>
              <a:rPr sz="1425" b="0">
                <a:solidFill>
                  <a:srgbClr val="D9E5EC"/>
                </a:solidFill>
                <a:latin typeface="Arial"/>
                <a:ea typeface="Arial"/>
                <a:cs typeface="Arial"/>
              </a:rPr>
              <a:t>Atlassian remains authoritative until records, permissions, history, attachments, and links pass agreed validation gates.</a:t>
            </a:r>
          </a:p>
        </p:txBody>
      </p:sp>
      <p:sp>
        <p:nvSpPr>
          <p:cNvPr id="8" name="">
            <a:extLst xmlns:a="http://schemas.openxmlformats.org/drawingml/2006/main">
              <a:ext uri="{FF2B5EF4-FFF2-40B4-BE49-F238E27FC236}">
                <a16:creationId xmlns:a16="http://schemas.microsoft.com/office/drawing/2014/main" id="{32FA53F2-5BE2-4F43-8BC5-0C00D9134FDD}"/>
              </a:ext>
            </a:extLst>
          </p:cNvPr>
          <p:cNvSpPr>
            <a:spLocks xmlns:a="http://schemas.openxmlformats.org/drawingml/2006/main" noGrp="1"/>
          </p:cNvSpPr>
          <p:nvPr/>
        </p:nvSpPr>
        <p:spPr>
          <a:xfrm xmlns:a="http://schemas.openxmlformats.org/drawingml/2006/main">
            <a:off x="552450" y="2190750"/>
            <a:ext cx="1047750" cy="438150"/>
          </a:xfrm>
          <a:prstGeom xmlns:a="http://schemas.openxmlformats.org/drawingml/2006/main" prst="roundRect">
            <a:avLst>
              <a:gd name="adj" fmla="val 13043"/>
            </a:avLst>
          </a:prstGeom>
          <a:solidFill xmlns:a="http://schemas.openxmlformats.org/drawingml/2006/main">
            <a:srgbClr val="14B8A6"/>
          </a:solidFill>
          <a:ln xmlns:a="http://schemas.openxmlformats.org/drawingml/2006/main" w="9525">
            <a:solidFill>
              <a:srgbClr val="14B8A6"/>
            </a:solidFill>
            <a:prstDash val="solid"/>
          </a:ln>
        </p:spPr>
      </p:sp>
      <p:sp>
        <p:nvSpPr>
          <p:cNvPr id="9" name="">
            <a:extLst xmlns:a="http://schemas.openxmlformats.org/drawingml/2006/main">
              <a:ext uri="{FF2B5EF4-FFF2-40B4-BE49-F238E27FC236}">
                <a16:creationId xmlns:a16="http://schemas.microsoft.com/office/drawing/2014/main" id="{EC499061-9F5C-4230-9EB7-A8DA42A3B752}"/>
              </a:ext>
            </a:extLst>
          </p:cNvPr>
          <p:cNvSpPr>
            <a:spLocks xmlns:a="http://schemas.openxmlformats.org/drawingml/2006/main" noGrp="1"/>
          </p:cNvSpPr>
          <p:nvPr/>
        </p:nvSpPr>
        <p:spPr>
          <a:xfrm xmlns:a="http://schemas.openxmlformats.org/drawingml/2006/main">
            <a:off x="600075" y="232410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1">
                <a:solidFill>
                  <a:srgbClr val="0B1F33"/>
                </a:solidFill>
                <a:latin typeface="Arial"/>
                <a:ea typeface="Arial"/>
                <a:cs typeface="Arial"/>
              </a:defRPr>
            </a:pPr>
            <a:r>
              <a:rPr sz="1125" b="1">
                <a:solidFill>
                  <a:srgbClr val="0B1F33"/>
                </a:solidFill>
                <a:latin typeface="Arial"/>
                <a:ea typeface="Arial"/>
                <a:cs typeface="Arial"/>
              </a:rPr>
              <a:t>Inventory</a:t>
            </a:r>
          </a:p>
        </p:txBody>
      </p:sp>
      <p:sp>
        <p:nvSpPr>
          <p:cNvPr id="10" name="">
            <a:extLst xmlns:a="http://schemas.openxmlformats.org/drawingml/2006/main">
              <a:ext uri="{FF2B5EF4-FFF2-40B4-BE49-F238E27FC236}">
                <a16:creationId xmlns:a16="http://schemas.microsoft.com/office/drawing/2014/main" id="{E01CE507-0DB2-43B6-A5F6-285001667FEB}"/>
              </a:ext>
            </a:extLst>
          </p:cNvPr>
          <p:cNvSpPr>
            <a:spLocks xmlns:a="http://schemas.openxmlformats.org/drawingml/2006/main" noGrp="1"/>
          </p:cNvSpPr>
          <p:nvPr/>
        </p:nvSpPr>
        <p:spPr>
          <a:xfrm xmlns:a="http://schemas.openxmlformats.org/drawingml/2006/main">
            <a:off x="1600200" y="2286000"/>
            <a:ext cx="152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0422"/>
          </a:bodyPr>
          <a:lstStyle xmlns:a="http://schemas.openxmlformats.org/drawingml/2006/main"/>
          <a:p xmlns:a="http://schemas.openxmlformats.org/drawingml/2006/main">
            <a:pPr algn="ctr">
              <a:lnSpc>
                <a:spcPct val="100000"/>
              </a:lnSpc>
              <a:buNone/>
              <a:defRPr sz="1500" b="1">
                <a:solidFill>
                  <a:srgbClr val="9FB3C8"/>
                </a:solidFill>
                <a:latin typeface="Arial"/>
                <a:ea typeface="Arial"/>
                <a:cs typeface="Arial"/>
              </a:defRPr>
            </a:pPr>
            <a:r>
              <a:rPr sz="1500" b="1">
                <a:solidFill>
                  <a:srgbClr val="9FB3C8"/>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C1ABD4F5-871B-4604-8AF7-F2317CB5F5B3}"/>
              </a:ext>
            </a:extLst>
          </p:cNvPr>
          <p:cNvSpPr>
            <a:spLocks xmlns:a="http://schemas.openxmlformats.org/drawingml/2006/main" noGrp="1"/>
          </p:cNvSpPr>
          <p:nvPr/>
        </p:nvSpPr>
        <p:spPr>
          <a:xfrm xmlns:a="http://schemas.openxmlformats.org/drawingml/2006/main">
            <a:off x="1752600" y="2190750"/>
            <a:ext cx="1047750" cy="438150"/>
          </a:xfrm>
          <a:prstGeom xmlns:a="http://schemas.openxmlformats.org/drawingml/2006/main" prst="roundRect">
            <a:avLst>
              <a:gd name="adj" fmla="val 13043"/>
            </a:avLst>
          </a:prstGeom>
          <a:solidFill xmlns:a="http://schemas.openxmlformats.org/drawingml/2006/main">
            <a:srgbClr val="14B8A6"/>
          </a:solidFill>
          <a:ln xmlns:a="http://schemas.openxmlformats.org/drawingml/2006/main" w="9525">
            <a:solidFill>
              <a:srgbClr val="14B8A6"/>
            </a:solidFill>
            <a:prstDash val="solid"/>
          </a:ln>
        </p:spPr>
      </p:sp>
      <p:sp>
        <p:nvSpPr>
          <p:cNvPr id="12" name="">
            <a:extLst xmlns:a="http://schemas.openxmlformats.org/drawingml/2006/main">
              <a:ext uri="{FF2B5EF4-FFF2-40B4-BE49-F238E27FC236}">
                <a16:creationId xmlns:a16="http://schemas.microsoft.com/office/drawing/2014/main" id="{271DF777-3AE0-4B55-ADD3-62E7ADDAF263}"/>
              </a:ext>
            </a:extLst>
          </p:cNvPr>
          <p:cNvSpPr>
            <a:spLocks xmlns:a="http://schemas.openxmlformats.org/drawingml/2006/main" noGrp="1"/>
          </p:cNvSpPr>
          <p:nvPr/>
        </p:nvSpPr>
        <p:spPr>
          <a:xfrm xmlns:a="http://schemas.openxmlformats.org/drawingml/2006/main">
            <a:off x="1800225" y="232410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1">
                <a:solidFill>
                  <a:srgbClr val="0B1F33"/>
                </a:solidFill>
                <a:latin typeface="Arial"/>
                <a:ea typeface="Arial"/>
                <a:cs typeface="Arial"/>
              </a:defRPr>
            </a:pPr>
            <a:r>
              <a:rPr sz="1125" b="1">
                <a:solidFill>
                  <a:srgbClr val="0B1F33"/>
                </a:solidFill>
                <a:latin typeface="Arial"/>
                <a:ea typeface="Arial"/>
                <a:cs typeface="Arial"/>
              </a:rPr>
              <a:t>Map</a:t>
            </a:r>
          </a:p>
        </p:txBody>
      </p:sp>
      <p:sp>
        <p:nvSpPr>
          <p:cNvPr id="13" name="">
            <a:extLst xmlns:a="http://schemas.openxmlformats.org/drawingml/2006/main">
              <a:ext uri="{FF2B5EF4-FFF2-40B4-BE49-F238E27FC236}">
                <a16:creationId xmlns:a16="http://schemas.microsoft.com/office/drawing/2014/main" id="{C9E12664-2922-4426-A951-EFDC28DBD8F7}"/>
              </a:ext>
            </a:extLst>
          </p:cNvPr>
          <p:cNvSpPr>
            <a:spLocks xmlns:a="http://schemas.openxmlformats.org/drawingml/2006/main" noGrp="1"/>
          </p:cNvSpPr>
          <p:nvPr/>
        </p:nvSpPr>
        <p:spPr>
          <a:xfrm xmlns:a="http://schemas.openxmlformats.org/drawingml/2006/main">
            <a:off x="2800350" y="2286000"/>
            <a:ext cx="152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0422"/>
          </a:bodyPr>
          <a:lstStyle xmlns:a="http://schemas.openxmlformats.org/drawingml/2006/main"/>
          <a:p xmlns:a="http://schemas.openxmlformats.org/drawingml/2006/main">
            <a:pPr algn="ctr">
              <a:lnSpc>
                <a:spcPct val="100000"/>
              </a:lnSpc>
              <a:buNone/>
              <a:defRPr sz="1500" b="1">
                <a:solidFill>
                  <a:srgbClr val="9FB3C8"/>
                </a:solidFill>
                <a:latin typeface="Arial"/>
                <a:ea typeface="Arial"/>
                <a:cs typeface="Arial"/>
              </a:defRPr>
            </a:pPr>
            <a:r>
              <a:rPr sz="1500" b="1">
                <a:solidFill>
                  <a:srgbClr val="9FB3C8"/>
                </a:solidFill>
                <a:latin typeface="Arial"/>
                <a:ea typeface="Arial"/>
                <a:cs typeface="Arial"/>
              </a:rPr>
              <a:t>→</a:t>
            </a:r>
          </a:p>
        </p:txBody>
      </p:sp>
      <p:sp>
        <p:nvSpPr>
          <p:cNvPr id="14" name="">
            <a:extLst xmlns:a="http://schemas.openxmlformats.org/drawingml/2006/main">
              <a:ext uri="{FF2B5EF4-FFF2-40B4-BE49-F238E27FC236}">
                <a16:creationId xmlns:a16="http://schemas.microsoft.com/office/drawing/2014/main" id="{AC6BD1F1-3853-42DC-86FE-EEE540971108}"/>
              </a:ext>
            </a:extLst>
          </p:cNvPr>
          <p:cNvSpPr>
            <a:spLocks xmlns:a="http://schemas.openxmlformats.org/drawingml/2006/main" noGrp="1"/>
          </p:cNvSpPr>
          <p:nvPr/>
        </p:nvSpPr>
        <p:spPr>
          <a:xfrm xmlns:a="http://schemas.openxmlformats.org/drawingml/2006/main">
            <a:off x="2952750" y="2190750"/>
            <a:ext cx="1047750" cy="438150"/>
          </a:xfrm>
          <a:prstGeom xmlns:a="http://schemas.openxmlformats.org/drawingml/2006/main" prst="roundRect">
            <a:avLst>
              <a:gd name="adj" fmla="val 13043"/>
            </a:avLst>
          </a:prstGeom>
          <a:solidFill xmlns:a="http://schemas.openxmlformats.org/drawingml/2006/main">
            <a:srgbClr val="14B8A6"/>
          </a:solidFill>
          <a:ln xmlns:a="http://schemas.openxmlformats.org/drawingml/2006/main" w="9525">
            <a:solidFill>
              <a:srgbClr val="14B8A6"/>
            </a:solidFill>
            <a:prstDash val="solid"/>
          </a:ln>
        </p:spPr>
      </p:sp>
      <p:sp>
        <p:nvSpPr>
          <p:cNvPr id="15" name="">
            <a:extLst xmlns:a="http://schemas.openxmlformats.org/drawingml/2006/main">
              <a:ext uri="{FF2B5EF4-FFF2-40B4-BE49-F238E27FC236}">
                <a16:creationId xmlns:a16="http://schemas.microsoft.com/office/drawing/2014/main" id="{F96370FD-A375-42D7-9EDF-15954B0B1AF6}"/>
              </a:ext>
            </a:extLst>
          </p:cNvPr>
          <p:cNvSpPr>
            <a:spLocks xmlns:a="http://schemas.openxmlformats.org/drawingml/2006/main" noGrp="1"/>
          </p:cNvSpPr>
          <p:nvPr/>
        </p:nvSpPr>
        <p:spPr>
          <a:xfrm xmlns:a="http://schemas.openxmlformats.org/drawingml/2006/main">
            <a:off x="3000375" y="232410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1">
                <a:solidFill>
                  <a:srgbClr val="0B1F33"/>
                </a:solidFill>
                <a:latin typeface="Arial"/>
                <a:ea typeface="Arial"/>
                <a:cs typeface="Arial"/>
              </a:defRPr>
            </a:pPr>
            <a:r>
              <a:rPr sz="1125" b="1">
                <a:solidFill>
                  <a:srgbClr val="0B1F33"/>
                </a:solidFill>
                <a:latin typeface="Arial"/>
                <a:ea typeface="Arial"/>
                <a:cs typeface="Arial"/>
              </a:rPr>
              <a:t>Dry run</a:t>
            </a:r>
          </a:p>
        </p:txBody>
      </p:sp>
      <p:sp>
        <p:nvSpPr>
          <p:cNvPr id="16" name="">
            <a:extLst xmlns:a="http://schemas.openxmlformats.org/drawingml/2006/main">
              <a:ext uri="{FF2B5EF4-FFF2-40B4-BE49-F238E27FC236}">
                <a16:creationId xmlns:a16="http://schemas.microsoft.com/office/drawing/2014/main" id="{071848C0-CD1E-4C45-B9EA-FE28826E08A7}"/>
              </a:ext>
            </a:extLst>
          </p:cNvPr>
          <p:cNvSpPr>
            <a:spLocks xmlns:a="http://schemas.openxmlformats.org/drawingml/2006/main" noGrp="1"/>
          </p:cNvSpPr>
          <p:nvPr/>
        </p:nvSpPr>
        <p:spPr>
          <a:xfrm xmlns:a="http://schemas.openxmlformats.org/drawingml/2006/main">
            <a:off x="4000500" y="2286000"/>
            <a:ext cx="152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0422"/>
          </a:bodyPr>
          <a:lstStyle xmlns:a="http://schemas.openxmlformats.org/drawingml/2006/main"/>
          <a:p xmlns:a="http://schemas.openxmlformats.org/drawingml/2006/main">
            <a:pPr algn="ctr">
              <a:lnSpc>
                <a:spcPct val="100000"/>
              </a:lnSpc>
              <a:buNone/>
              <a:defRPr sz="1500" b="1">
                <a:solidFill>
                  <a:srgbClr val="9FB3C8"/>
                </a:solidFill>
                <a:latin typeface="Arial"/>
                <a:ea typeface="Arial"/>
                <a:cs typeface="Arial"/>
              </a:defRPr>
            </a:pPr>
            <a:r>
              <a:rPr sz="1500" b="1">
                <a:solidFill>
                  <a:srgbClr val="9FB3C8"/>
                </a:solidFill>
                <a:latin typeface="Arial"/>
                <a:ea typeface="Arial"/>
                <a:cs typeface="Arial"/>
              </a:rPr>
              <a:t>→</a:t>
            </a:r>
          </a:p>
        </p:txBody>
      </p:sp>
      <p:sp>
        <p:nvSpPr>
          <p:cNvPr id="17" name="">
            <a:extLst xmlns:a="http://schemas.openxmlformats.org/drawingml/2006/main">
              <a:ext uri="{FF2B5EF4-FFF2-40B4-BE49-F238E27FC236}">
                <a16:creationId xmlns:a16="http://schemas.microsoft.com/office/drawing/2014/main" id="{8D1F84A8-9A8E-4E3D-961C-8DF71D08EC0F}"/>
              </a:ext>
            </a:extLst>
          </p:cNvPr>
          <p:cNvSpPr>
            <a:spLocks xmlns:a="http://schemas.openxmlformats.org/drawingml/2006/main" noGrp="1"/>
          </p:cNvSpPr>
          <p:nvPr/>
        </p:nvSpPr>
        <p:spPr>
          <a:xfrm xmlns:a="http://schemas.openxmlformats.org/drawingml/2006/main">
            <a:off x="4152900" y="2190750"/>
            <a:ext cx="1047750" cy="438150"/>
          </a:xfrm>
          <a:prstGeom xmlns:a="http://schemas.openxmlformats.org/drawingml/2006/main" prst="roundRect">
            <a:avLst>
              <a:gd name="adj" fmla="val 13043"/>
            </a:avLst>
          </a:prstGeom>
          <a:solidFill xmlns:a="http://schemas.openxmlformats.org/drawingml/2006/main">
            <a:srgbClr val="112C46"/>
          </a:solidFill>
          <a:ln xmlns:a="http://schemas.openxmlformats.org/drawingml/2006/main" w="9525">
            <a:solidFill>
              <a:srgbClr val="66717B"/>
            </a:solidFill>
            <a:prstDash val="solid"/>
          </a:ln>
        </p:spPr>
      </p:sp>
      <p:sp>
        <p:nvSpPr>
          <p:cNvPr id="18" name="">
            <a:extLst xmlns:a="http://schemas.openxmlformats.org/drawingml/2006/main">
              <a:ext uri="{FF2B5EF4-FFF2-40B4-BE49-F238E27FC236}">
                <a16:creationId xmlns:a16="http://schemas.microsoft.com/office/drawing/2014/main" id="{DC7C0D2B-8195-4A2E-B2B7-0B19AC3F51CD}"/>
              </a:ext>
            </a:extLst>
          </p:cNvPr>
          <p:cNvSpPr>
            <a:spLocks xmlns:a="http://schemas.openxmlformats.org/drawingml/2006/main" noGrp="1"/>
          </p:cNvSpPr>
          <p:nvPr/>
        </p:nvSpPr>
        <p:spPr>
          <a:xfrm xmlns:a="http://schemas.openxmlformats.org/drawingml/2006/main">
            <a:off x="4200525" y="232410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1">
                <a:solidFill>
                  <a:srgbClr val="F7FAFC"/>
                </a:solidFill>
                <a:latin typeface="Arial"/>
                <a:ea typeface="Arial"/>
                <a:cs typeface="Arial"/>
              </a:defRPr>
            </a:pPr>
            <a:r>
              <a:rPr sz="1125" b="1">
                <a:solidFill>
                  <a:srgbClr val="F7FAFC"/>
                </a:solidFill>
                <a:latin typeface="Arial"/>
                <a:ea typeface="Arial"/>
                <a:cs typeface="Arial"/>
              </a:rPr>
              <a:t>Reconcile</a:t>
            </a:r>
          </a:p>
        </p:txBody>
      </p:sp>
      <p:sp>
        <p:nvSpPr>
          <p:cNvPr id="19" name="">
            <a:extLst xmlns:a="http://schemas.openxmlformats.org/drawingml/2006/main">
              <a:ext uri="{FF2B5EF4-FFF2-40B4-BE49-F238E27FC236}">
                <a16:creationId xmlns:a16="http://schemas.microsoft.com/office/drawing/2014/main" id="{6142063A-56EC-47C9-AFEB-AAC98FBB62F0}"/>
              </a:ext>
            </a:extLst>
          </p:cNvPr>
          <p:cNvSpPr>
            <a:spLocks xmlns:a="http://schemas.openxmlformats.org/drawingml/2006/main" noGrp="1"/>
          </p:cNvSpPr>
          <p:nvPr/>
        </p:nvSpPr>
        <p:spPr>
          <a:xfrm xmlns:a="http://schemas.openxmlformats.org/drawingml/2006/main">
            <a:off x="5200650" y="2286000"/>
            <a:ext cx="152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0422"/>
          </a:bodyPr>
          <a:lstStyle xmlns:a="http://schemas.openxmlformats.org/drawingml/2006/main"/>
          <a:p xmlns:a="http://schemas.openxmlformats.org/drawingml/2006/main">
            <a:pPr algn="ctr">
              <a:lnSpc>
                <a:spcPct val="100000"/>
              </a:lnSpc>
              <a:buNone/>
              <a:defRPr sz="1500" b="1">
                <a:solidFill>
                  <a:srgbClr val="9FB3C8"/>
                </a:solidFill>
                <a:latin typeface="Arial"/>
                <a:ea typeface="Arial"/>
                <a:cs typeface="Arial"/>
              </a:defRPr>
            </a:pPr>
            <a:r>
              <a:rPr sz="1500" b="1">
                <a:solidFill>
                  <a:srgbClr val="9FB3C8"/>
                </a:solidFill>
                <a:latin typeface="Arial"/>
                <a:ea typeface="Arial"/>
                <a:cs typeface="Arial"/>
              </a:rPr>
              <a:t>→</a:t>
            </a:r>
          </a:p>
        </p:txBody>
      </p:sp>
      <p:sp>
        <p:nvSpPr>
          <p:cNvPr id="20" name="">
            <a:extLst xmlns:a="http://schemas.openxmlformats.org/drawingml/2006/main">
              <a:ext uri="{FF2B5EF4-FFF2-40B4-BE49-F238E27FC236}">
                <a16:creationId xmlns:a16="http://schemas.microsoft.com/office/drawing/2014/main" id="{3BFBA87B-94B0-4434-8C06-18E6B1A02A43}"/>
              </a:ext>
            </a:extLst>
          </p:cNvPr>
          <p:cNvSpPr>
            <a:spLocks xmlns:a="http://schemas.openxmlformats.org/drawingml/2006/main" noGrp="1"/>
          </p:cNvSpPr>
          <p:nvPr/>
        </p:nvSpPr>
        <p:spPr>
          <a:xfrm xmlns:a="http://schemas.openxmlformats.org/drawingml/2006/main">
            <a:off x="5353050" y="2190750"/>
            <a:ext cx="1047750" cy="438150"/>
          </a:xfrm>
          <a:prstGeom xmlns:a="http://schemas.openxmlformats.org/drawingml/2006/main" prst="roundRect">
            <a:avLst>
              <a:gd name="adj" fmla="val 13043"/>
            </a:avLst>
          </a:prstGeom>
          <a:solidFill xmlns:a="http://schemas.openxmlformats.org/drawingml/2006/main">
            <a:srgbClr val="112C46"/>
          </a:solidFill>
          <a:ln xmlns:a="http://schemas.openxmlformats.org/drawingml/2006/main" w="9525">
            <a:solidFill>
              <a:srgbClr val="66717B"/>
            </a:solidFill>
            <a:prstDash val="solid"/>
          </a:ln>
        </p:spPr>
      </p:sp>
      <p:sp>
        <p:nvSpPr>
          <p:cNvPr id="21" name="">
            <a:extLst xmlns:a="http://schemas.openxmlformats.org/drawingml/2006/main">
              <a:ext uri="{FF2B5EF4-FFF2-40B4-BE49-F238E27FC236}">
                <a16:creationId xmlns:a16="http://schemas.microsoft.com/office/drawing/2014/main" id="{9972D8AC-3D7B-475F-85DA-14969B21BA3C}"/>
              </a:ext>
            </a:extLst>
          </p:cNvPr>
          <p:cNvSpPr>
            <a:spLocks xmlns:a="http://schemas.openxmlformats.org/drawingml/2006/main" noGrp="1"/>
          </p:cNvSpPr>
          <p:nvPr/>
        </p:nvSpPr>
        <p:spPr>
          <a:xfrm xmlns:a="http://schemas.openxmlformats.org/drawingml/2006/main">
            <a:off x="5400675" y="232410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1">
                <a:solidFill>
                  <a:srgbClr val="F7FAFC"/>
                </a:solidFill>
                <a:latin typeface="Arial"/>
                <a:ea typeface="Arial"/>
                <a:cs typeface="Arial"/>
              </a:defRPr>
            </a:pPr>
            <a:r>
              <a:rPr sz="1125" b="1">
                <a:solidFill>
                  <a:srgbClr val="F7FAFC"/>
                </a:solidFill>
                <a:latin typeface="Arial"/>
                <a:ea typeface="Arial"/>
                <a:cs typeface="Arial"/>
              </a:rPr>
              <a:t>Pilot</a:t>
            </a:r>
          </a:p>
        </p:txBody>
      </p:sp>
      <p:sp>
        <p:nvSpPr>
          <p:cNvPr id="22" name="">
            <a:extLst xmlns:a="http://schemas.openxmlformats.org/drawingml/2006/main">
              <a:ext uri="{FF2B5EF4-FFF2-40B4-BE49-F238E27FC236}">
                <a16:creationId xmlns:a16="http://schemas.microsoft.com/office/drawing/2014/main" id="{15C89A13-F1EA-4D53-B417-4AD0441146AC}"/>
              </a:ext>
            </a:extLst>
          </p:cNvPr>
          <p:cNvSpPr>
            <a:spLocks xmlns:a="http://schemas.openxmlformats.org/drawingml/2006/main" noGrp="1"/>
          </p:cNvSpPr>
          <p:nvPr/>
        </p:nvSpPr>
        <p:spPr>
          <a:xfrm xmlns:a="http://schemas.openxmlformats.org/drawingml/2006/main">
            <a:off x="6400800" y="2286000"/>
            <a:ext cx="152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0422"/>
          </a:bodyPr>
          <a:lstStyle xmlns:a="http://schemas.openxmlformats.org/drawingml/2006/main"/>
          <a:p xmlns:a="http://schemas.openxmlformats.org/drawingml/2006/main">
            <a:pPr algn="ctr">
              <a:lnSpc>
                <a:spcPct val="100000"/>
              </a:lnSpc>
              <a:buNone/>
              <a:defRPr sz="1500" b="1">
                <a:solidFill>
                  <a:srgbClr val="9FB3C8"/>
                </a:solidFill>
                <a:latin typeface="Arial"/>
                <a:ea typeface="Arial"/>
                <a:cs typeface="Arial"/>
              </a:defRPr>
            </a:pPr>
            <a:r>
              <a:rPr sz="1500" b="1">
                <a:solidFill>
                  <a:srgbClr val="9FB3C8"/>
                </a:solidFill>
                <a:latin typeface="Arial"/>
                <a:ea typeface="Arial"/>
                <a:cs typeface="Arial"/>
              </a:rPr>
              <a:t>→</a:t>
            </a:r>
          </a:p>
        </p:txBody>
      </p:sp>
      <p:sp>
        <p:nvSpPr>
          <p:cNvPr id="23" name="">
            <a:extLst xmlns:a="http://schemas.openxmlformats.org/drawingml/2006/main">
              <a:ext uri="{FF2B5EF4-FFF2-40B4-BE49-F238E27FC236}">
                <a16:creationId xmlns:a16="http://schemas.microsoft.com/office/drawing/2014/main" id="{511F71E7-E304-49F7-A382-210AB0C5CB00}"/>
              </a:ext>
            </a:extLst>
          </p:cNvPr>
          <p:cNvSpPr>
            <a:spLocks xmlns:a="http://schemas.openxmlformats.org/drawingml/2006/main" noGrp="1"/>
          </p:cNvSpPr>
          <p:nvPr/>
        </p:nvSpPr>
        <p:spPr>
          <a:xfrm xmlns:a="http://schemas.openxmlformats.org/drawingml/2006/main">
            <a:off x="6553200" y="2190750"/>
            <a:ext cx="1047750" cy="438150"/>
          </a:xfrm>
          <a:prstGeom xmlns:a="http://schemas.openxmlformats.org/drawingml/2006/main" prst="roundRect">
            <a:avLst>
              <a:gd name="adj" fmla="val 13043"/>
            </a:avLst>
          </a:prstGeom>
          <a:solidFill xmlns:a="http://schemas.openxmlformats.org/drawingml/2006/main">
            <a:srgbClr val="112C46"/>
          </a:solidFill>
          <a:ln xmlns:a="http://schemas.openxmlformats.org/drawingml/2006/main" w="9525">
            <a:solidFill>
              <a:srgbClr val="66717B"/>
            </a:solidFill>
            <a:prstDash val="solid"/>
          </a:ln>
        </p:spPr>
      </p:sp>
      <p:sp>
        <p:nvSpPr>
          <p:cNvPr id="24" name="">
            <a:extLst xmlns:a="http://schemas.openxmlformats.org/drawingml/2006/main">
              <a:ext uri="{FF2B5EF4-FFF2-40B4-BE49-F238E27FC236}">
                <a16:creationId xmlns:a16="http://schemas.microsoft.com/office/drawing/2014/main" id="{24D91A24-093E-409E-988D-E66F0D33FFE5}"/>
              </a:ext>
            </a:extLst>
          </p:cNvPr>
          <p:cNvSpPr>
            <a:spLocks xmlns:a="http://schemas.openxmlformats.org/drawingml/2006/main" noGrp="1"/>
          </p:cNvSpPr>
          <p:nvPr/>
        </p:nvSpPr>
        <p:spPr>
          <a:xfrm xmlns:a="http://schemas.openxmlformats.org/drawingml/2006/main">
            <a:off x="6600825" y="232410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1">
                <a:solidFill>
                  <a:srgbClr val="F7FAFC"/>
                </a:solidFill>
                <a:latin typeface="Arial"/>
                <a:ea typeface="Arial"/>
                <a:cs typeface="Arial"/>
              </a:defRPr>
            </a:pPr>
            <a:r>
              <a:rPr sz="1125" b="1">
                <a:solidFill>
                  <a:srgbClr val="F7FAFC"/>
                </a:solidFill>
                <a:latin typeface="Arial"/>
                <a:ea typeface="Arial"/>
                <a:cs typeface="Arial"/>
              </a:rPr>
              <a:t>Cut over</a:t>
            </a:r>
          </a:p>
        </p:txBody>
      </p:sp>
      <p:sp>
        <p:nvSpPr>
          <p:cNvPr id="25" name="">
            <a:extLst xmlns:a="http://schemas.openxmlformats.org/drawingml/2006/main">
              <a:ext uri="{FF2B5EF4-FFF2-40B4-BE49-F238E27FC236}">
                <a16:creationId xmlns:a16="http://schemas.microsoft.com/office/drawing/2014/main" id="{53C95220-667D-4BFD-AE9A-20C3D460B9F6}"/>
              </a:ext>
            </a:extLst>
          </p:cNvPr>
          <p:cNvSpPr>
            <a:spLocks xmlns:a="http://schemas.openxmlformats.org/drawingml/2006/main" noGrp="1"/>
          </p:cNvSpPr>
          <p:nvPr/>
        </p:nvSpPr>
        <p:spPr>
          <a:xfrm xmlns:a="http://schemas.openxmlformats.org/drawingml/2006/main">
            <a:off x="552450" y="304800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F59E0B"/>
                </a:solidFill>
                <a:latin typeface="Arial"/>
                <a:ea typeface="Arial"/>
                <a:cs typeface="Arial"/>
              </a:defRPr>
            </a:pPr>
            <a:r>
              <a:rPr sz="900" b="1">
                <a:solidFill>
                  <a:srgbClr val="F59E0B"/>
                </a:solidFill>
                <a:latin typeface="Arial"/>
                <a:ea typeface="Arial"/>
                <a:cs typeface="Arial"/>
              </a:rPr>
              <a:t>VALIDATION GATES</a:t>
            </a:r>
          </a:p>
        </p:txBody>
      </p:sp>
      <p:sp>
        <p:nvSpPr>
          <p:cNvPr id="26" name="">
            <a:extLst xmlns:a="http://schemas.openxmlformats.org/drawingml/2006/main">
              <a:ext uri="{FF2B5EF4-FFF2-40B4-BE49-F238E27FC236}">
                <a16:creationId xmlns:a16="http://schemas.microsoft.com/office/drawing/2014/main" id="{DFAD6330-8275-4006-B649-5BE64314E1DD}"/>
              </a:ext>
            </a:extLst>
          </p:cNvPr>
          <p:cNvSpPr>
            <a:spLocks xmlns:a="http://schemas.openxmlformats.org/drawingml/2006/main" noGrp="1"/>
          </p:cNvSpPr>
          <p:nvPr/>
        </p:nvSpPr>
        <p:spPr>
          <a:xfrm xmlns:a="http://schemas.openxmlformats.org/drawingml/2006/main">
            <a:off x="552450" y="3371850"/>
            <a:ext cx="3810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2000"/>
              </a:lnSpc>
              <a:buNone/>
              <a:defRPr sz="1425" b="1">
                <a:solidFill>
                  <a:srgbClr val="F7FAFC"/>
                </a:solidFill>
                <a:latin typeface="Arial"/>
                <a:ea typeface="Arial"/>
                <a:cs typeface="Arial"/>
              </a:defRPr>
            </a:pPr>
            <a:r>
              <a:rPr sz="1425" b="1">
                <a:solidFill>
                  <a:srgbClr val="F7FAFC"/>
                </a:solidFill>
                <a:latin typeface="Arial"/>
                <a:ea typeface="Arial"/>
                <a:cs typeface="Arial"/>
              </a:rPr>
              <a:t>Identity and permissions</a:t>
            </a:r>
          </a:p>
          <a:p xmlns:a="http://schemas.openxmlformats.org/drawingml/2006/main">
            <a:pPr algn="l">
              <a:lnSpc>
                <a:spcPct val="122000"/>
              </a:lnSpc>
              <a:buNone/>
              <a:defRPr sz="1425" b="1">
                <a:solidFill>
                  <a:srgbClr val="F7FAFC"/>
                </a:solidFill>
                <a:latin typeface="Arial"/>
                <a:ea typeface="Arial"/>
                <a:cs typeface="Arial"/>
              </a:defRPr>
            </a:pPr>
            <a:r>
              <a:rPr sz="1425" b="1">
                <a:solidFill>
                  <a:srgbClr val="F7FAFC"/>
                </a:solidFill>
                <a:latin typeface="Arial"/>
                <a:ea typeface="Arial"/>
                <a:cs typeface="Arial"/>
              </a:rPr>
              <a:t>Workflow and field mappings</a:t>
            </a:r>
          </a:p>
          <a:p xmlns:a="http://schemas.openxmlformats.org/drawingml/2006/main">
            <a:pPr algn="l">
              <a:lnSpc>
                <a:spcPct val="122000"/>
              </a:lnSpc>
              <a:buNone/>
              <a:defRPr sz="1425" b="1">
                <a:solidFill>
                  <a:srgbClr val="F7FAFC"/>
                </a:solidFill>
                <a:latin typeface="Arial"/>
                <a:ea typeface="Arial"/>
                <a:cs typeface="Arial"/>
              </a:defRPr>
            </a:pPr>
            <a:r>
              <a:rPr sz="1425" b="1">
                <a:solidFill>
                  <a:srgbClr val="F7FAFC"/>
                </a:solidFill>
                <a:latin typeface="Arial"/>
                <a:ea typeface="Arial"/>
                <a:cs typeface="Arial"/>
              </a:rPr>
              <a:t>Page hierarchy and version history</a:t>
            </a:r>
          </a:p>
          <a:p xmlns:a="http://schemas.openxmlformats.org/drawingml/2006/main">
            <a:pPr algn="l">
              <a:lnSpc>
                <a:spcPct val="122000"/>
              </a:lnSpc>
              <a:buNone/>
              <a:defRPr sz="1425" b="1">
                <a:solidFill>
                  <a:srgbClr val="F7FAFC"/>
                </a:solidFill>
                <a:latin typeface="Arial"/>
                <a:ea typeface="Arial"/>
                <a:cs typeface="Arial"/>
              </a:defRPr>
            </a:pPr>
            <a:r>
              <a:rPr sz="1425" b="1">
                <a:solidFill>
                  <a:srgbClr val="F7FAFC"/>
                </a:solidFill>
                <a:latin typeface="Arial"/>
                <a:ea typeface="Arial"/>
                <a:cs typeface="Arial"/>
              </a:rPr>
              <a:t>Attachments and cross-links</a:t>
            </a:r>
          </a:p>
          <a:p xmlns:a="http://schemas.openxmlformats.org/drawingml/2006/main">
            <a:pPr algn="l">
              <a:lnSpc>
                <a:spcPct val="122000"/>
              </a:lnSpc>
              <a:buNone/>
              <a:defRPr sz="1425" b="1">
                <a:solidFill>
                  <a:srgbClr val="F7FAFC"/>
                </a:solidFill>
                <a:latin typeface="Arial"/>
                <a:ea typeface="Arial"/>
                <a:cs typeface="Arial"/>
              </a:defRPr>
            </a:pPr>
            <a:r>
              <a:rPr sz="1425" b="1">
                <a:solidFill>
                  <a:srgbClr val="F7FAFC"/>
                </a:solidFill>
                <a:latin typeface="Arial"/>
                <a:ea typeface="Arial"/>
                <a:cs typeface="Arial"/>
              </a:rPr>
              <a:t>Counts, exceptions, and rollback</a:t>
            </a:r>
          </a:p>
        </p:txBody>
      </p:sp>
      <p:sp>
        <p:nvSpPr>
          <p:cNvPr id="27" name="">
            <a:extLst xmlns:a="http://schemas.openxmlformats.org/drawingml/2006/main">
              <a:ext uri="{FF2B5EF4-FFF2-40B4-BE49-F238E27FC236}">
                <a16:creationId xmlns:a16="http://schemas.microsoft.com/office/drawing/2014/main" id="{5D4BA10B-FC37-4152-B8B8-A1B0E7519E08}"/>
              </a:ext>
            </a:extLst>
          </p:cNvPr>
          <p:cNvSpPr>
            <a:spLocks xmlns:a="http://schemas.openxmlformats.org/drawingml/2006/main" noGrp="1"/>
          </p:cNvSpPr>
          <p:nvPr/>
        </p:nvSpPr>
        <p:spPr>
          <a:xfrm xmlns:a="http://schemas.openxmlformats.org/drawingml/2006/main">
            <a:off x="4714875" y="2943225"/>
            <a:ext cx="6953250" cy="3524250"/>
          </a:xfrm>
          <a:prstGeom xmlns:a="http://schemas.openxmlformats.org/drawingml/2006/main" prst="roundRect">
            <a:avLst>
              <a:gd name="adj" fmla="val 3784"/>
            </a:avLst>
          </a:prstGeom>
          <a:solidFill xmlns:a="http://schemas.openxmlformats.org/drawingml/2006/main">
            <a:srgbClr val="112C46"/>
          </a:solidFill>
          <a:ln xmlns:a="http://schemas.openxmlformats.org/drawingml/2006/main" w="9525">
            <a:solidFill>
              <a:srgbClr val="4B5563"/>
            </a:solidFill>
            <a:prstDash val="solid"/>
          </a:ln>
        </p:spPr>
      </p:sp>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a2e41427d6444e60"/>
          <a:stretch xmlns:a="http://schemas.openxmlformats.org/drawingml/2006/main"/>
        </p:blipFill>
        <p:spPr>
          <a:xfrm xmlns:a="http://schemas.openxmlformats.org/drawingml/2006/main">
            <a:off x="5448300" y="2990850"/>
            <a:ext cx="5486400" cy="3429000"/>
          </a:xfrm>
          <a:prstGeom xmlns:a="http://schemas.openxmlformats.org/drawingml/2006/main" prst="roundRect">
            <a:avLst>
              <a:gd name="adj" fmla="val 2778"/>
            </a:avLst>
          </a:prstGeom>
        </p:spPr>
      </p:pic>
      <p:sp>
        <p:nvSpPr>
          <p:cNvPr id="29" name="">
            <a:extLst xmlns:a="http://schemas.openxmlformats.org/drawingml/2006/main">
              <a:ext uri="{FF2B5EF4-FFF2-40B4-BE49-F238E27FC236}">
                <a16:creationId xmlns:a16="http://schemas.microsoft.com/office/drawing/2014/main" id="{62395CE3-5CBD-4F66-A8CB-12C3482153F7}"/>
              </a:ext>
            </a:extLst>
          </p:cNvPr>
          <p:cNvSpPr>
            <a:spLocks xmlns:a="http://schemas.openxmlformats.org/drawingml/2006/main" noGrp="1"/>
          </p:cNvSpPr>
          <p:nvPr/>
        </p:nvSpPr>
        <p:spPr>
          <a:xfrm xmlns:a="http://schemas.openxmlformats.org/drawingml/2006/main">
            <a:off x="552450" y="6486525"/>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a:solidFill>
                  <a:srgbClr val="9FB3C8"/>
                </a:solidFill>
                <a:latin typeface="Arial"/>
                <a:ea typeface="Arial"/>
                <a:cs typeface="Arial"/>
              </a:defRPr>
            </a:pPr>
            <a:r>
              <a:rPr sz="750" b="1">
                <a:solidFill>
                  <a:srgbClr val="9FB3C8"/>
                </a:solidFill>
                <a:latin typeface="Arial"/>
                <a:ea typeface="Arial"/>
                <a:cs typeface="Arial"/>
              </a:rPr>
              <a:t>INTERACTIVE PRODUCT PROTOTYPE - SYNTHETIC DATA - NOT PRODUCTION CAPABILITY</a:t>
            </a:r>
          </a:p>
        </p:txBody>
      </p:sp>
    </p:spTree>
    <p:extLst>
      <p:ext uri="{BB962C8B-B14F-4D97-AF65-F5344CB8AC3E}">
        <p14:creationId xmlns:p14="http://schemas.microsoft.com/office/powerpoint/2010/main" val="79962734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Unified Project Management Suite</dc:creator>
  <lastModifiedBy>Unified Project Management Suite</lastModifiedBy>
  <dc:title>Unified Project Management Suite Leadership Concept</dc:title>
  <dcterms:created xsi:type="dcterms:W3CDTF">2026-08-24T22:25:11.6250000Z</dcterms:created>
  <dcterms:modified xsi:type="dcterms:W3CDTF">2026-08-24T22:25:11.6250000Z</dcterms:modified>
  <dc:subject>A governed Jira and Confluence replacement concept for leadership discussion</dc:subject>
  <dc:description>Nine-slide leadership brief with seven core slides and two Q&amp;A appendices. All program data is fictional.</dc:description>
  <keywords>project management; work management; knowledge management; leadership concept</keywords>
</coreProperties>
</file>